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5A9AE5-735D-44F3-B251-FBFF5D48F050}" v="93" dt="2025-10-04T03:51:42.9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典暁 江田" userId="febf811aa82cf006" providerId="LiveId" clId="{494A3F81-2F34-4550-A43F-8C70D8626192}"/>
    <pc:docChg chg="undo custSel addSld modSld">
      <pc:chgData name="典暁 江田" userId="febf811aa82cf006" providerId="LiveId" clId="{494A3F81-2F34-4550-A43F-8C70D8626192}" dt="2025-10-04T03:52:21.303" v="1653" actId="1076"/>
      <pc:docMkLst>
        <pc:docMk/>
      </pc:docMkLst>
      <pc:sldChg chg="addSp delSp modSp new mod">
        <pc:chgData name="典暁 江田" userId="febf811aa82cf006" providerId="LiveId" clId="{494A3F81-2F34-4550-A43F-8C70D8626192}" dt="2025-10-04T03:40:37.706" v="1593" actId="14100"/>
        <pc:sldMkLst>
          <pc:docMk/>
          <pc:sldMk cId="507865203" sldId="256"/>
        </pc:sldMkLst>
        <pc:spChg chg="add mod">
          <ac:chgData name="典暁 江田" userId="febf811aa82cf006" providerId="LiveId" clId="{494A3F81-2F34-4550-A43F-8C70D8626192}" dt="2025-10-02T14:44:42.373" v="892" actId="1076"/>
          <ac:spMkLst>
            <pc:docMk/>
            <pc:sldMk cId="507865203" sldId="256"/>
            <ac:spMk id="6" creationId="{016B380D-190D-8FF4-12B3-2EA368446A33}"/>
          </ac:spMkLst>
        </pc:spChg>
        <pc:spChg chg="add mod">
          <ac:chgData name="典暁 江田" userId="febf811aa82cf006" providerId="LiveId" clId="{494A3F81-2F34-4550-A43F-8C70D8626192}" dt="2025-10-04T03:39:43.156" v="1578" actId="20577"/>
          <ac:spMkLst>
            <pc:docMk/>
            <pc:sldMk cId="507865203" sldId="256"/>
            <ac:spMk id="11" creationId="{4718F8CC-8F6C-CA74-210D-C369A45B9BBD}"/>
          </ac:spMkLst>
        </pc:spChg>
        <pc:spChg chg="add mod">
          <ac:chgData name="典暁 江田" userId="febf811aa82cf006" providerId="LiveId" clId="{494A3F81-2F34-4550-A43F-8C70D8626192}" dt="2025-10-04T03:39:49.985" v="1585" actId="20577"/>
          <ac:spMkLst>
            <pc:docMk/>
            <pc:sldMk cId="507865203" sldId="256"/>
            <ac:spMk id="12" creationId="{E6F2322A-ADC8-B833-09E2-BC4FA4953F7F}"/>
          </ac:spMkLst>
        </pc:spChg>
        <pc:spChg chg="add mod ord">
          <ac:chgData name="典暁 江田" userId="febf811aa82cf006" providerId="LiveId" clId="{494A3F81-2F34-4550-A43F-8C70D8626192}" dt="2025-10-02T14:30:05.037" v="704" actId="1076"/>
          <ac:spMkLst>
            <pc:docMk/>
            <pc:sldMk cId="507865203" sldId="256"/>
            <ac:spMk id="15" creationId="{CE418EF2-78C1-50A5-7EF2-E9B0F555793B}"/>
          </ac:spMkLst>
        </pc:spChg>
        <pc:spChg chg="add mod ord">
          <ac:chgData name="典暁 江田" userId="febf811aa82cf006" providerId="LiveId" clId="{494A3F81-2F34-4550-A43F-8C70D8626192}" dt="2025-10-02T14:04:57.514" v="513" actId="1076"/>
          <ac:spMkLst>
            <pc:docMk/>
            <pc:sldMk cId="507865203" sldId="256"/>
            <ac:spMk id="17" creationId="{4A581BF8-2187-4278-DC20-F6073DC86540}"/>
          </ac:spMkLst>
        </pc:spChg>
        <pc:spChg chg="add mod ord">
          <ac:chgData name="典暁 江田" userId="febf811aa82cf006" providerId="LiveId" clId="{494A3F81-2F34-4550-A43F-8C70D8626192}" dt="2025-10-02T14:04:57.514" v="513" actId="1076"/>
          <ac:spMkLst>
            <pc:docMk/>
            <pc:sldMk cId="507865203" sldId="256"/>
            <ac:spMk id="18" creationId="{45B4708B-6BDA-E39F-768E-25952C9F22DC}"/>
          </ac:spMkLst>
        </pc:spChg>
        <pc:spChg chg="add mod">
          <ac:chgData name="典暁 江田" userId="febf811aa82cf006" providerId="LiveId" clId="{494A3F81-2F34-4550-A43F-8C70D8626192}" dt="2025-10-02T15:15:38.453" v="1428" actId="20577"/>
          <ac:spMkLst>
            <pc:docMk/>
            <pc:sldMk cId="507865203" sldId="256"/>
            <ac:spMk id="20" creationId="{75297277-1FBB-4EB4-2FA1-07B5715EF9BC}"/>
          </ac:spMkLst>
        </pc:spChg>
        <pc:spChg chg="add mod">
          <ac:chgData name="典暁 江田" userId="febf811aa82cf006" providerId="LiveId" clId="{494A3F81-2F34-4550-A43F-8C70D8626192}" dt="2025-10-02T14:05:07.394" v="515" actId="1076"/>
          <ac:spMkLst>
            <pc:docMk/>
            <pc:sldMk cId="507865203" sldId="256"/>
            <ac:spMk id="25" creationId="{75EE28DA-4878-BD5A-0B1A-63DF98E1F02B}"/>
          </ac:spMkLst>
        </pc:spChg>
        <pc:spChg chg="add mod">
          <ac:chgData name="典暁 江田" userId="febf811aa82cf006" providerId="LiveId" clId="{494A3F81-2F34-4550-A43F-8C70D8626192}" dt="2025-10-03T10:02:36.471" v="1550" actId="20577"/>
          <ac:spMkLst>
            <pc:docMk/>
            <pc:sldMk cId="507865203" sldId="256"/>
            <ac:spMk id="28" creationId="{E98D5AFE-2729-6419-B325-54B9B689D3DE}"/>
          </ac:spMkLst>
        </pc:spChg>
        <pc:spChg chg="add mod">
          <ac:chgData name="典暁 江田" userId="febf811aa82cf006" providerId="LiveId" clId="{494A3F81-2F34-4550-A43F-8C70D8626192}" dt="2025-10-02T15:22:15.662" v="1458" actId="1076"/>
          <ac:spMkLst>
            <pc:docMk/>
            <pc:sldMk cId="507865203" sldId="256"/>
            <ac:spMk id="31" creationId="{39DD002C-34E1-5850-E8D1-23091F20260F}"/>
          </ac:spMkLst>
        </pc:spChg>
        <pc:spChg chg="add mod">
          <ac:chgData name="典暁 江田" userId="febf811aa82cf006" providerId="LiveId" clId="{494A3F81-2F34-4550-A43F-8C70D8626192}" dt="2025-10-02T14:56:59.331" v="1116" actId="1076"/>
          <ac:spMkLst>
            <pc:docMk/>
            <pc:sldMk cId="507865203" sldId="256"/>
            <ac:spMk id="36" creationId="{7C45EB08-0D7D-DBC7-D0D2-CE62D11BB46D}"/>
          </ac:spMkLst>
        </pc:spChg>
        <pc:spChg chg="add mod">
          <ac:chgData name="典暁 江田" userId="febf811aa82cf006" providerId="LiveId" clId="{494A3F81-2F34-4550-A43F-8C70D8626192}" dt="2025-10-02T14:08:27.195" v="593" actId="20577"/>
          <ac:spMkLst>
            <pc:docMk/>
            <pc:sldMk cId="507865203" sldId="256"/>
            <ac:spMk id="37" creationId="{0457A81E-1DB1-9EF8-1C20-944AE7E45CC7}"/>
          </ac:spMkLst>
        </pc:spChg>
        <pc:spChg chg="add mod">
          <ac:chgData name="典暁 江田" userId="febf811aa82cf006" providerId="LiveId" clId="{494A3F81-2F34-4550-A43F-8C70D8626192}" dt="2025-10-02T14:57:05.877" v="1117" actId="1076"/>
          <ac:spMkLst>
            <pc:docMk/>
            <pc:sldMk cId="507865203" sldId="256"/>
            <ac:spMk id="39" creationId="{B24001B5-5842-067C-92B4-2B7523E2310E}"/>
          </ac:spMkLst>
        </pc:spChg>
        <pc:spChg chg="add mod">
          <ac:chgData name="典暁 江田" userId="febf811aa82cf006" providerId="LiveId" clId="{494A3F81-2F34-4550-A43F-8C70D8626192}" dt="2025-10-02T15:22:15.662" v="1458" actId="1076"/>
          <ac:spMkLst>
            <pc:docMk/>
            <pc:sldMk cId="507865203" sldId="256"/>
            <ac:spMk id="63" creationId="{87635AB5-9E1C-FF29-A70F-F146ED38A348}"/>
          </ac:spMkLst>
        </pc:spChg>
        <pc:spChg chg="add mod">
          <ac:chgData name="典暁 江田" userId="febf811aa82cf006" providerId="LiveId" clId="{494A3F81-2F34-4550-A43F-8C70D8626192}" dt="2025-10-02T15:22:15.662" v="1458" actId="1076"/>
          <ac:spMkLst>
            <pc:docMk/>
            <pc:sldMk cId="507865203" sldId="256"/>
            <ac:spMk id="64" creationId="{7D85412F-5985-FFFD-43C7-60C5891CEF87}"/>
          </ac:spMkLst>
        </pc:spChg>
        <pc:spChg chg="add mod">
          <ac:chgData name="典暁 江田" userId="febf811aa82cf006" providerId="LiveId" clId="{494A3F81-2F34-4550-A43F-8C70D8626192}" dt="2025-10-02T14:33:57.591" v="746" actId="571"/>
          <ac:spMkLst>
            <pc:docMk/>
            <pc:sldMk cId="507865203" sldId="256"/>
            <ac:spMk id="65" creationId="{F1D48A09-F3D3-49AB-A6B4-5041D0C37262}"/>
          </ac:spMkLst>
        </pc:spChg>
        <pc:spChg chg="add mod">
          <ac:chgData name="典暁 江田" userId="febf811aa82cf006" providerId="LiveId" clId="{494A3F81-2F34-4550-A43F-8C70D8626192}" dt="2025-10-02T15:22:15.662" v="1458" actId="1076"/>
          <ac:spMkLst>
            <pc:docMk/>
            <pc:sldMk cId="507865203" sldId="256"/>
            <ac:spMk id="74" creationId="{14E249D9-C748-3C8E-BA0D-88568114DCD5}"/>
          </ac:spMkLst>
        </pc:spChg>
        <pc:spChg chg="add mod">
          <ac:chgData name="典暁 江田" userId="febf811aa82cf006" providerId="LiveId" clId="{494A3F81-2F34-4550-A43F-8C70D8626192}" dt="2025-10-04T03:40:37.706" v="1593" actId="14100"/>
          <ac:spMkLst>
            <pc:docMk/>
            <pc:sldMk cId="507865203" sldId="256"/>
            <ac:spMk id="84" creationId="{0BFCE911-B01E-3518-1FCC-CDF8A65F0416}"/>
          </ac:spMkLst>
        </pc:spChg>
        <pc:spChg chg="add mod">
          <ac:chgData name="典暁 江田" userId="febf811aa82cf006" providerId="LiveId" clId="{494A3F81-2F34-4550-A43F-8C70D8626192}" dt="2025-10-03T10:03:00.343" v="1563" actId="20577"/>
          <ac:spMkLst>
            <pc:docMk/>
            <pc:sldMk cId="507865203" sldId="256"/>
            <ac:spMk id="91" creationId="{DAB7ECAE-E8B9-1B5B-888A-3E0DFCDD2650}"/>
          </ac:spMkLst>
        </pc:spChg>
        <pc:spChg chg="add mod">
          <ac:chgData name="典暁 江田" userId="febf811aa82cf006" providerId="LiveId" clId="{494A3F81-2F34-4550-A43F-8C70D8626192}" dt="2025-10-02T15:22:15.662" v="1458" actId="1076"/>
          <ac:spMkLst>
            <pc:docMk/>
            <pc:sldMk cId="507865203" sldId="256"/>
            <ac:spMk id="100" creationId="{C718F918-7FFF-A014-6B0A-504F00947094}"/>
          </ac:spMkLst>
        </pc:spChg>
        <pc:spChg chg="add mod">
          <ac:chgData name="典暁 江田" userId="febf811aa82cf006" providerId="LiveId" clId="{494A3F81-2F34-4550-A43F-8C70D8626192}" dt="2025-10-02T15:06:07.947" v="1306" actId="1076"/>
          <ac:spMkLst>
            <pc:docMk/>
            <pc:sldMk cId="507865203" sldId="256"/>
            <ac:spMk id="101" creationId="{8573BBF5-883D-9EBE-0B43-265AAC2F1C02}"/>
          </ac:spMkLst>
        </pc:spChg>
        <pc:spChg chg="add mod">
          <ac:chgData name="典暁 江田" userId="febf811aa82cf006" providerId="LiveId" clId="{494A3F81-2F34-4550-A43F-8C70D8626192}" dt="2025-10-02T15:14:44.426" v="1415" actId="20577"/>
          <ac:spMkLst>
            <pc:docMk/>
            <pc:sldMk cId="507865203" sldId="256"/>
            <ac:spMk id="123" creationId="{BEAD76D5-F7ED-890C-310C-909F17D14067}"/>
          </ac:spMkLst>
        </pc:spChg>
        <pc:spChg chg="add mod">
          <ac:chgData name="典暁 江田" userId="febf811aa82cf006" providerId="LiveId" clId="{494A3F81-2F34-4550-A43F-8C70D8626192}" dt="2025-10-03T10:02:22.949" v="1540" actId="20577"/>
          <ac:spMkLst>
            <pc:docMk/>
            <pc:sldMk cId="507865203" sldId="256"/>
            <ac:spMk id="125" creationId="{DE43EB6C-BE8B-E123-3C39-91FB3DDB032B}"/>
          </ac:spMkLst>
        </pc:spChg>
        <pc:spChg chg="add mod">
          <ac:chgData name="典暁 江田" userId="febf811aa82cf006" providerId="LiveId" clId="{494A3F81-2F34-4550-A43F-8C70D8626192}" dt="2025-10-03T10:02:13.255" v="1535" actId="20577"/>
          <ac:spMkLst>
            <pc:docMk/>
            <pc:sldMk cId="507865203" sldId="256"/>
            <ac:spMk id="127" creationId="{0E13BC64-5056-0854-DEED-91E715AF4C9A}"/>
          </ac:spMkLst>
        </pc:spChg>
        <pc:spChg chg="add mod">
          <ac:chgData name="典暁 江田" userId="febf811aa82cf006" providerId="LiveId" clId="{494A3F81-2F34-4550-A43F-8C70D8626192}" dt="2025-10-03T10:02:26.183" v="1544" actId="20577"/>
          <ac:spMkLst>
            <pc:docMk/>
            <pc:sldMk cId="507865203" sldId="256"/>
            <ac:spMk id="129" creationId="{FD97A9DF-BA2E-57A1-FBA3-C5C171DC4B01}"/>
          </ac:spMkLst>
        </pc:spChg>
        <pc:spChg chg="add mod">
          <ac:chgData name="典暁 江田" userId="febf811aa82cf006" providerId="LiveId" clId="{494A3F81-2F34-4550-A43F-8C70D8626192}" dt="2025-10-02T15:23:47.198" v="1523" actId="14100"/>
          <ac:spMkLst>
            <pc:docMk/>
            <pc:sldMk cId="507865203" sldId="256"/>
            <ac:spMk id="130" creationId="{1A7BB254-CF0F-3BC8-8CAD-1C5D382E95A4}"/>
          </ac:spMkLst>
        </pc:spChg>
        <pc:picChg chg="add mod">
          <ac:chgData name="典暁 江田" userId="febf811aa82cf006" providerId="LiveId" clId="{494A3F81-2F34-4550-A43F-8C70D8626192}" dt="2025-10-02T14:44:42.373" v="892" actId="1076"/>
          <ac:picMkLst>
            <pc:docMk/>
            <pc:sldMk cId="507865203" sldId="256"/>
            <ac:picMk id="5" creationId="{72749F6E-F78C-111E-34DC-3175629FC4D4}"/>
          </ac:picMkLst>
        </pc:picChg>
        <pc:picChg chg="add mod">
          <ac:chgData name="典暁 江田" userId="febf811aa82cf006" providerId="LiveId" clId="{494A3F81-2F34-4550-A43F-8C70D8626192}" dt="2025-10-02T13:39:55.211" v="236" actId="1076"/>
          <ac:picMkLst>
            <pc:docMk/>
            <pc:sldMk cId="507865203" sldId="256"/>
            <ac:picMk id="8" creationId="{DEEFB346-E7F3-2A1E-56DD-EA8D2DC135A0}"/>
          </ac:picMkLst>
        </pc:picChg>
        <pc:picChg chg="add mod">
          <ac:chgData name="典暁 江田" userId="febf811aa82cf006" providerId="LiveId" clId="{494A3F81-2F34-4550-A43F-8C70D8626192}" dt="2025-10-02T14:04:57.514" v="513" actId="1076"/>
          <ac:picMkLst>
            <pc:docMk/>
            <pc:sldMk cId="507865203" sldId="256"/>
            <ac:picMk id="10" creationId="{72910E34-149D-A15D-D5D3-EE2219FEB80E}"/>
          </ac:picMkLst>
        </pc:picChg>
        <pc:picChg chg="add mod ord">
          <ac:chgData name="典暁 江田" userId="febf811aa82cf006" providerId="LiveId" clId="{494A3F81-2F34-4550-A43F-8C70D8626192}" dt="2025-10-02T14:44:42.373" v="892" actId="1076"/>
          <ac:picMkLst>
            <pc:docMk/>
            <pc:sldMk cId="507865203" sldId="256"/>
            <ac:picMk id="27" creationId="{2A7E242C-7AC2-7B36-1EBA-CE616A11A9F9}"/>
          </ac:picMkLst>
        </pc:picChg>
        <pc:picChg chg="add mod ord">
          <ac:chgData name="典暁 江田" userId="febf811aa82cf006" providerId="LiveId" clId="{494A3F81-2F34-4550-A43F-8C70D8626192}" dt="2025-10-02T15:00:20.667" v="1244" actId="1076"/>
          <ac:picMkLst>
            <pc:docMk/>
            <pc:sldMk cId="507865203" sldId="256"/>
            <ac:picMk id="41" creationId="{B14FD1F9-D857-1148-7268-46B0451BCD92}"/>
          </ac:picMkLst>
        </pc:picChg>
        <pc:picChg chg="add mod">
          <ac:chgData name="典暁 江田" userId="febf811aa82cf006" providerId="LiveId" clId="{494A3F81-2F34-4550-A43F-8C70D8626192}" dt="2025-10-02T14:58:52.525" v="1164" actId="1076"/>
          <ac:picMkLst>
            <pc:docMk/>
            <pc:sldMk cId="507865203" sldId="256"/>
            <ac:picMk id="46" creationId="{AE70C484-4C42-6999-5F5D-FD02F85CE830}"/>
          </ac:picMkLst>
        </pc:picChg>
        <pc:picChg chg="add mod ord">
          <ac:chgData name="典暁 江田" userId="febf811aa82cf006" providerId="LiveId" clId="{494A3F81-2F34-4550-A43F-8C70D8626192}" dt="2025-10-02T14:58:52.525" v="1164" actId="1076"/>
          <ac:picMkLst>
            <pc:docMk/>
            <pc:sldMk cId="507865203" sldId="256"/>
            <ac:picMk id="50" creationId="{9B7CF9A7-2FB5-B06C-0707-BD11AB3C8055}"/>
          </ac:picMkLst>
        </pc:picChg>
        <pc:picChg chg="add mod ord">
          <ac:chgData name="典暁 江田" userId="febf811aa82cf006" providerId="LiveId" clId="{494A3F81-2F34-4550-A43F-8C70D8626192}" dt="2025-10-02T15:00:20.667" v="1244" actId="1076"/>
          <ac:picMkLst>
            <pc:docMk/>
            <pc:sldMk cId="507865203" sldId="256"/>
            <ac:picMk id="51" creationId="{5CEBE2A6-CD8F-4F0E-89A2-7292F26C6E86}"/>
          </ac:picMkLst>
        </pc:picChg>
        <pc:picChg chg="add mod">
          <ac:chgData name="典暁 江田" userId="febf811aa82cf006" providerId="LiveId" clId="{494A3F81-2F34-4550-A43F-8C70D8626192}" dt="2025-10-02T14:33:57.591" v="746" actId="571"/>
          <ac:picMkLst>
            <pc:docMk/>
            <pc:sldMk cId="507865203" sldId="256"/>
            <ac:picMk id="66" creationId="{CCA8A5DE-1898-F725-414E-682616594E58}"/>
          </ac:picMkLst>
        </pc:picChg>
        <pc:picChg chg="add mod">
          <ac:chgData name="典暁 江田" userId="febf811aa82cf006" providerId="LiveId" clId="{494A3F81-2F34-4550-A43F-8C70D8626192}" dt="2025-10-02T14:33:57.591" v="746" actId="571"/>
          <ac:picMkLst>
            <pc:docMk/>
            <pc:sldMk cId="507865203" sldId="256"/>
            <ac:picMk id="67" creationId="{EAA0DA29-5011-1D63-79AF-387B86DD450B}"/>
          </ac:picMkLst>
        </pc:picChg>
        <pc:picChg chg="add mod">
          <ac:chgData name="典暁 江田" userId="febf811aa82cf006" providerId="LiveId" clId="{494A3F81-2F34-4550-A43F-8C70D8626192}" dt="2025-10-02T14:56:09.462" v="1106" actId="14100"/>
          <ac:picMkLst>
            <pc:docMk/>
            <pc:sldMk cId="507865203" sldId="256"/>
            <ac:picMk id="81" creationId="{82AD1FD3-EE8B-368D-5406-9F8714B5158C}"/>
          </ac:picMkLst>
        </pc:picChg>
        <pc:picChg chg="add mod ord">
          <ac:chgData name="典暁 江田" userId="febf811aa82cf006" providerId="LiveId" clId="{494A3F81-2F34-4550-A43F-8C70D8626192}" dt="2025-10-02T14:56:09.462" v="1106" actId="14100"/>
          <ac:picMkLst>
            <pc:docMk/>
            <pc:sldMk cId="507865203" sldId="256"/>
            <ac:picMk id="85" creationId="{315C5CBF-3938-872A-DC51-D456B99FAD13}"/>
          </ac:picMkLst>
        </pc:picChg>
        <pc:picChg chg="add mod">
          <ac:chgData name="典暁 江田" userId="febf811aa82cf006" providerId="LiveId" clId="{494A3F81-2F34-4550-A43F-8C70D8626192}" dt="2025-10-02T15:05:24.748" v="1297" actId="1076"/>
          <ac:picMkLst>
            <pc:docMk/>
            <pc:sldMk cId="507865203" sldId="256"/>
            <ac:picMk id="98" creationId="{85083B00-68BD-8F7B-5D2B-84393C224041}"/>
          </ac:picMkLst>
        </pc:picChg>
        <pc:picChg chg="add mod">
          <ac:chgData name="典暁 江田" userId="febf811aa82cf006" providerId="LiveId" clId="{494A3F81-2F34-4550-A43F-8C70D8626192}" dt="2025-10-02T15:10:08.957" v="1369" actId="1076"/>
          <ac:picMkLst>
            <pc:docMk/>
            <pc:sldMk cId="507865203" sldId="256"/>
            <ac:picMk id="124" creationId="{3DF5C88A-FF05-DB48-28F6-0DAB2DAD1FE9}"/>
          </ac:picMkLst>
        </pc:picChg>
        <pc:picChg chg="add mod">
          <ac:chgData name="典暁 江田" userId="febf811aa82cf006" providerId="LiveId" clId="{494A3F81-2F34-4550-A43F-8C70D8626192}" dt="2025-10-02T15:10:11.268" v="1370" actId="571"/>
          <ac:picMkLst>
            <pc:docMk/>
            <pc:sldMk cId="507865203" sldId="256"/>
            <ac:picMk id="126" creationId="{1D3A0E20-4123-E791-4909-A47347D8103E}"/>
          </ac:picMkLst>
        </pc:picChg>
        <pc:picChg chg="add mod">
          <ac:chgData name="典暁 江田" userId="febf811aa82cf006" providerId="LiveId" clId="{494A3F81-2F34-4550-A43F-8C70D8626192}" dt="2025-10-02T15:20:39.591" v="1455" actId="1076"/>
          <ac:picMkLst>
            <pc:docMk/>
            <pc:sldMk cId="507865203" sldId="256"/>
            <ac:picMk id="128" creationId="{C0E5B5AB-0801-383D-A5D2-35BAB7010698}"/>
          </ac:picMkLst>
        </pc:picChg>
        <pc:cxnChg chg="add mod">
          <ac:chgData name="典暁 江田" userId="febf811aa82cf006" providerId="LiveId" clId="{494A3F81-2F34-4550-A43F-8C70D8626192}" dt="2025-10-02T15:15:11.900" v="1417" actId="692"/>
          <ac:cxnSpMkLst>
            <pc:docMk/>
            <pc:sldMk cId="507865203" sldId="256"/>
            <ac:cxnSpMk id="14" creationId="{EFB36298-104C-6B5F-1FCC-A58E6CF64BB9}"/>
          </ac:cxnSpMkLst>
        </pc:cxnChg>
        <pc:cxnChg chg="add mod">
          <ac:chgData name="典暁 江田" userId="febf811aa82cf006" providerId="LiveId" clId="{494A3F81-2F34-4550-A43F-8C70D8626192}" dt="2025-10-02T14:30:05.037" v="704" actId="1076"/>
          <ac:cxnSpMkLst>
            <pc:docMk/>
            <pc:sldMk cId="507865203" sldId="256"/>
            <ac:cxnSpMk id="22" creationId="{1BDD0971-DEA9-71DF-F89C-B1F16B2869D4}"/>
          </ac:cxnSpMkLst>
        </pc:cxnChg>
        <pc:cxnChg chg="add mod">
          <ac:chgData name="典暁 江田" userId="febf811aa82cf006" providerId="LiveId" clId="{494A3F81-2F34-4550-A43F-8C70D8626192}" dt="2025-10-02T14:56:17.512" v="1107" actId="14100"/>
          <ac:cxnSpMkLst>
            <pc:docMk/>
            <pc:sldMk cId="507865203" sldId="256"/>
            <ac:cxnSpMk id="29" creationId="{4E34D156-E32A-2182-A575-22C876BE326D}"/>
          </ac:cxnSpMkLst>
        </pc:cxnChg>
        <pc:cxnChg chg="add mod">
          <ac:chgData name="典暁 江田" userId="febf811aa82cf006" providerId="LiveId" clId="{494A3F81-2F34-4550-A43F-8C70D8626192}" dt="2025-10-02T14:56:59.331" v="1116" actId="1076"/>
          <ac:cxnSpMkLst>
            <pc:docMk/>
            <pc:sldMk cId="507865203" sldId="256"/>
            <ac:cxnSpMk id="35" creationId="{2D9D8428-8BC2-7823-FAEE-723F37B8987A}"/>
          </ac:cxnSpMkLst>
        </pc:cxnChg>
        <pc:cxnChg chg="add mod">
          <ac:chgData name="典暁 江田" userId="febf811aa82cf006" providerId="LiveId" clId="{494A3F81-2F34-4550-A43F-8C70D8626192}" dt="2025-10-02T14:33:57.591" v="746" actId="571"/>
          <ac:cxnSpMkLst>
            <pc:docMk/>
            <pc:sldMk cId="507865203" sldId="256"/>
            <ac:cxnSpMk id="68" creationId="{8E9606CB-456F-C386-CFBF-90AF22CB7EC5}"/>
          </ac:cxnSpMkLst>
        </pc:cxnChg>
        <pc:cxnChg chg="add mod">
          <ac:chgData name="典暁 江田" userId="febf811aa82cf006" providerId="LiveId" clId="{494A3F81-2F34-4550-A43F-8C70D8626192}" dt="2025-10-02T14:34:19.325" v="750" actId="14100"/>
          <ac:cxnSpMkLst>
            <pc:docMk/>
            <pc:sldMk cId="507865203" sldId="256"/>
            <ac:cxnSpMk id="69" creationId="{3241855D-DFB0-20CB-88F6-A9525A24DAF6}"/>
          </ac:cxnSpMkLst>
        </pc:cxnChg>
        <pc:cxnChg chg="add mod">
          <ac:chgData name="典暁 江田" userId="febf811aa82cf006" providerId="LiveId" clId="{494A3F81-2F34-4550-A43F-8C70D8626192}" dt="2025-10-02T14:56:47.448" v="1115" actId="14100"/>
          <ac:cxnSpMkLst>
            <pc:docMk/>
            <pc:sldMk cId="507865203" sldId="256"/>
            <ac:cxnSpMk id="72" creationId="{3BDE3B80-D560-519E-6A06-7558BBB3E0C0}"/>
          </ac:cxnSpMkLst>
        </pc:cxnChg>
        <pc:cxnChg chg="add mod">
          <ac:chgData name="典暁 江田" userId="febf811aa82cf006" providerId="LiveId" clId="{494A3F81-2F34-4550-A43F-8C70D8626192}" dt="2025-10-02T14:56:44.901" v="1114" actId="14100"/>
          <ac:cxnSpMkLst>
            <pc:docMk/>
            <pc:sldMk cId="507865203" sldId="256"/>
            <ac:cxnSpMk id="88" creationId="{91F880E7-7D25-23C7-EF64-D71FFFC7C1DC}"/>
          </ac:cxnSpMkLst>
        </pc:cxnChg>
        <pc:cxnChg chg="add mod">
          <ac:chgData name="典暁 江田" userId="febf811aa82cf006" providerId="LiveId" clId="{494A3F81-2F34-4550-A43F-8C70D8626192}" dt="2025-10-02T15:06:52.488" v="1318" actId="1076"/>
          <ac:cxnSpMkLst>
            <pc:docMk/>
            <pc:sldMk cId="507865203" sldId="256"/>
            <ac:cxnSpMk id="102" creationId="{96CE08B6-2366-680F-6017-4A21A96F7C37}"/>
          </ac:cxnSpMkLst>
        </pc:cxnChg>
        <pc:cxnChg chg="add mod">
          <ac:chgData name="典暁 江田" userId="febf811aa82cf006" providerId="LiveId" clId="{494A3F81-2F34-4550-A43F-8C70D8626192}" dt="2025-10-02T15:05:36.772" v="1300" actId="14100"/>
          <ac:cxnSpMkLst>
            <pc:docMk/>
            <pc:sldMk cId="507865203" sldId="256"/>
            <ac:cxnSpMk id="109" creationId="{6AA85AE8-FBC3-E789-1142-FDD0042B6E54}"/>
          </ac:cxnSpMkLst>
        </pc:cxnChg>
        <pc:cxnChg chg="add mod">
          <ac:chgData name="典暁 江田" userId="febf811aa82cf006" providerId="LiveId" clId="{494A3F81-2F34-4550-A43F-8C70D8626192}" dt="2025-10-02T15:05:52.520" v="1305" actId="1036"/>
          <ac:cxnSpMkLst>
            <pc:docMk/>
            <pc:sldMk cId="507865203" sldId="256"/>
            <ac:cxnSpMk id="113" creationId="{482F39B4-1BB7-3F94-D773-9A40B37E1A16}"/>
          </ac:cxnSpMkLst>
        </pc:cxnChg>
        <pc:cxnChg chg="add mod">
          <ac:chgData name="典暁 江田" userId="febf811aa82cf006" providerId="LiveId" clId="{494A3F81-2F34-4550-A43F-8C70D8626192}" dt="2025-10-02T15:14:58.873" v="1416" actId="692"/>
          <ac:cxnSpMkLst>
            <pc:docMk/>
            <pc:sldMk cId="507865203" sldId="256"/>
            <ac:cxnSpMk id="115" creationId="{E6F584C6-633D-BF62-4676-038C0D3CE1A1}"/>
          </ac:cxnSpMkLst>
        </pc:cxnChg>
      </pc:sldChg>
      <pc:sldChg chg="addSp delSp modSp add mod">
        <pc:chgData name="典暁 江田" userId="febf811aa82cf006" providerId="LiveId" clId="{494A3F81-2F34-4550-A43F-8C70D8626192}" dt="2025-10-04T03:52:21.303" v="1653" actId="1076"/>
        <pc:sldMkLst>
          <pc:docMk/>
          <pc:sldMk cId="1658728249" sldId="257"/>
        </pc:sldMkLst>
        <pc:spChg chg="add mod">
          <ac:chgData name="典暁 江田" userId="febf811aa82cf006" providerId="LiveId" clId="{494A3F81-2F34-4550-A43F-8C70D8626192}" dt="2025-10-04T03:52:21.303" v="1653" actId="1076"/>
          <ac:spMkLst>
            <pc:docMk/>
            <pc:sldMk cId="1658728249" sldId="257"/>
            <ac:spMk id="3" creationId="{39BFDBEF-C966-DD9D-DF0F-6677A80AB779}"/>
          </ac:spMkLst>
        </pc:spChg>
        <pc:spChg chg="add del mod">
          <ac:chgData name="典暁 江田" userId="febf811aa82cf006" providerId="LiveId" clId="{494A3F81-2F34-4550-A43F-8C70D8626192}" dt="2025-10-04T03:48:13.423" v="1639" actId="1076"/>
          <ac:spMkLst>
            <pc:docMk/>
            <pc:sldMk cId="1658728249" sldId="257"/>
            <ac:spMk id="6" creationId="{896529E9-DD72-2471-4D47-202601293D06}"/>
          </ac:spMkLst>
        </pc:spChg>
        <pc:spChg chg="mod">
          <ac:chgData name="典暁 江田" userId="febf811aa82cf006" providerId="LiveId" clId="{494A3F81-2F34-4550-A43F-8C70D8626192}" dt="2025-10-04T03:48:13.423" v="1639" actId="1076"/>
          <ac:spMkLst>
            <pc:docMk/>
            <pc:sldMk cId="1658728249" sldId="257"/>
            <ac:spMk id="11" creationId="{C74810DA-0367-E0E5-B8BC-0CCAA5C70254}"/>
          </ac:spMkLst>
        </pc:spChg>
        <pc:spChg chg="mod">
          <ac:chgData name="典暁 江田" userId="febf811aa82cf006" providerId="LiveId" clId="{494A3F81-2F34-4550-A43F-8C70D8626192}" dt="2025-10-04T03:48:13.423" v="1639" actId="1076"/>
          <ac:spMkLst>
            <pc:docMk/>
            <pc:sldMk cId="1658728249" sldId="257"/>
            <ac:spMk id="12" creationId="{3F7B628A-399C-1B94-F502-5F7C5626BFBB}"/>
          </ac:spMkLst>
        </pc:spChg>
        <pc:spChg chg="mod">
          <ac:chgData name="典暁 江田" userId="febf811aa82cf006" providerId="LiveId" clId="{494A3F81-2F34-4550-A43F-8C70D8626192}" dt="2025-10-04T03:48:13.423" v="1639" actId="1076"/>
          <ac:spMkLst>
            <pc:docMk/>
            <pc:sldMk cId="1658728249" sldId="257"/>
            <ac:spMk id="15" creationId="{00DD6548-10D7-1C53-920B-1E079E4C5E06}"/>
          </ac:spMkLst>
        </pc:spChg>
        <pc:spChg chg="mod">
          <ac:chgData name="典暁 江田" userId="febf811aa82cf006" providerId="LiveId" clId="{494A3F81-2F34-4550-A43F-8C70D8626192}" dt="2025-10-04T03:48:13.423" v="1639" actId="1076"/>
          <ac:spMkLst>
            <pc:docMk/>
            <pc:sldMk cId="1658728249" sldId="257"/>
            <ac:spMk id="20" creationId="{74655AD3-AD48-CCBD-ECF2-FD748C16A971}"/>
          </ac:spMkLst>
        </pc:spChg>
        <pc:spChg chg="mod">
          <ac:chgData name="典暁 江田" userId="febf811aa82cf006" providerId="LiveId" clId="{494A3F81-2F34-4550-A43F-8C70D8626192}" dt="2025-10-04T03:48:13.423" v="1639" actId="1076"/>
          <ac:spMkLst>
            <pc:docMk/>
            <pc:sldMk cId="1658728249" sldId="257"/>
            <ac:spMk id="25" creationId="{5E35E2FA-AAD3-0870-78EE-01BEBC25117F}"/>
          </ac:spMkLst>
        </pc:spChg>
        <pc:spChg chg="add del mod">
          <ac:chgData name="典暁 江田" userId="febf811aa82cf006" providerId="LiveId" clId="{494A3F81-2F34-4550-A43F-8C70D8626192}" dt="2025-10-04T03:48:07.426" v="1638" actId="1076"/>
          <ac:spMkLst>
            <pc:docMk/>
            <pc:sldMk cId="1658728249" sldId="257"/>
            <ac:spMk id="28" creationId="{1BDEA3DE-8A3B-9BED-18AB-DED7E3ECB502}"/>
          </ac:spMkLst>
        </pc:spChg>
        <pc:spChg chg="mod">
          <ac:chgData name="典暁 江田" userId="febf811aa82cf006" providerId="LiveId" clId="{494A3F81-2F34-4550-A43F-8C70D8626192}" dt="2025-10-04T03:48:13.423" v="1639" actId="1076"/>
          <ac:spMkLst>
            <pc:docMk/>
            <pc:sldMk cId="1658728249" sldId="257"/>
            <ac:spMk id="31" creationId="{16C5C60A-AA86-8BE0-F758-EE08594E65AC}"/>
          </ac:spMkLst>
        </pc:spChg>
        <pc:spChg chg="mod">
          <ac:chgData name="典暁 江田" userId="febf811aa82cf006" providerId="LiveId" clId="{494A3F81-2F34-4550-A43F-8C70D8626192}" dt="2025-10-04T03:48:13.423" v="1639" actId="1076"/>
          <ac:spMkLst>
            <pc:docMk/>
            <pc:sldMk cId="1658728249" sldId="257"/>
            <ac:spMk id="36" creationId="{CE5A8D2A-491B-2FEB-7002-E1A7B199A953}"/>
          </ac:spMkLst>
        </pc:spChg>
        <pc:spChg chg="mod">
          <ac:chgData name="典暁 江田" userId="febf811aa82cf006" providerId="LiveId" clId="{494A3F81-2F34-4550-A43F-8C70D8626192}" dt="2025-10-04T03:48:13.423" v="1639" actId="1076"/>
          <ac:spMkLst>
            <pc:docMk/>
            <pc:sldMk cId="1658728249" sldId="257"/>
            <ac:spMk id="39" creationId="{ECBC1102-3503-66C8-94C7-D234E919C915}"/>
          </ac:spMkLst>
        </pc:spChg>
        <pc:spChg chg="del">
          <ac:chgData name="典暁 江田" userId="febf811aa82cf006" providerId="LiveId" clId="{494A3F81-2F34-4550-A43F-8C70D8626192}" dt="2025-10-04T03:28:08.297" v="1567" actId="478"/>
          <ac:spMkLst>
            <pc:docMk/>
            <pc:sldMk cId="1658728249" sldId="257"/>
            <ac:spMk id="63" creationId="{3073E14D-641B-6F07-2BFA-6459397BA6B6}"/>
          </ac:spMkLst>
        </pc:spChg>
        <pc:spChg chg="del">
          <ac:chgData name="典暁 江田" userId="febf811aa82cf006" providerId="LiveId" clId="{494A3F81-2F34-4550-A43F-8C70D8626192}" dt="2025-10-04T03:28:08.297" v="1567" actId="478"/>
          <ac:spMkLst>
            <pc:docMk/>
            <pc:sldMk cId="1658728249" sldId="257"/>
            <ac:spMk id="64" creationId="{758A4925-A802-63BD-C6CD-EF1741402FEB}"/>
          </ac:spMkLst>
        </pc:spChg>
        <pc:spChg chg="del">
          <ac:chgData name="典暁 江田" userId="febf811aa82cf006" providerId="LiveId" clId="{494A3F81-2F34-4550-A43F-8C70D8626192}" dt="2025-10-04T03:28:08.297" v="1567" actId="478"/>
          <ac:spMkLst>
            <pc:docMk/>
            <pc:sldMk cId="1658728249" sldId="257"/>
            <ac:spMk id="65" creationId="{69C3EE89-AB1B-9EC0-36AE-913CA467213B}"/>
          </ac:spMkLst>
        </pc:spChg>
        <pc:spChg chg="del">
          <ac:chgData name="典暁 江田" userId="febf811aa82cf006" providerId="LiveId" clId="{494A3F81-2F34-4550-A43F-8C70D8626192}" dt="2025-10-04T03:28:08.297" v="1567" actId="478"/>
          <ac:spMkLst>
            <pc:docMk/>
            <pc:sldMk cId="1658728249" sldId="257"/>
            <ac:spMk id="74" creationId="{85AEDE88-D5E8-449B-16B3-31E16C984DF5}"/>
          </ac:spMkLst>
        </pc:spChg>
        <pc:spChg chg="add del mod">
          <ac:chgData name="典暁 江田" userId="febf811aa82cf006" providerId="LiveId" clId="{494A3F81-2F34-4550-A43F-8C70D8626192}" dt="2025-10-04T03:48:13.423" v="1639" actId="1076"/>
          <ac:spMkLst>
            <pc:docMk/>
            <pc:sldMk cId="1658728249" sldId="257"/>
            <ac:spMk id="84" creationId="{F6DD863D-6E79-7250-44C0-360595EF960C}"/>
          </ac:spMkLst>
        </pc:spChg>
        <pc:spChg chg="add del">
          <ac:chgData name="典暁 江田" userId="febf811aa82cf006" providerId="LiveId" clId="{494A3F81-2F34-4550-A43F-8C70D8626192}" dt="2025-10-04T03:28:26.087" v="1571" actId="478"/>
          <ac:spMkLst>
            <pc:docMk/>
            <pc:sldMk cId="1658728249" sldId="257"/>
            <ac:spMk id="91" creationId="{78ED0729-FFFD-B073-DCA5-490E4D4C3406}"/>
          </ac:spMkLst>
        </pc:spChg>
        <pc:spChg chg="add del">
          <ac:chgData name="典暁 江田" userId="febf811aa82cf006" providerId="LiveId" clId="{494A3F81-2F34-4550-A43F-8C70D8626192}" dt="2025-10-04T03:28:08.297" v="1567" actId="478"/>
          <ac:spMkLst>
            <pc:docMk/>
            <pc:sldMk cId="1658728249" sldId="257"/>
            <ac:spMk id="100" creationId="{C097D1DD-157D-4D3C-106F-D7A92F893051}"/>
          </ac:spMkLst>
        </pc:spChg>
        <pc:spChg chg="add del">
          <ac:chgData name="典暁 江田" userId="febf811aa82cf006" providerId="LiveId" clId="{494A3F81-2F34-4550-A43F-8C70D8626192}" dt="2025-10-04T03:28:08.297" v="1567" actId="478"/>
          <ac:spMkLst>
            <pc:docMk/>
            <pc:sldMk cId="1658728249" sldId="257"/>
            <ac:spMk id="101" creationId="{D9AE2440-3493-2F60-3411-90A93141BB59}"/>
          </ac:spMkLst>
        </pc:spChg>
        <pc:spChg chg="add del">
          <ac:chgData name="典暁 江田" userId="febf811aa82cf006" providerId="LiveId" clId="{494A3F81-2F34-4550-A43F-8C70D8626192}" dt="2025-10-04T03:28:21.189" v="1570" actId="478"/>
          <ac:spMkLst>
            <pc:docMk/>
            <pc:sldMk cId="1658728249" sldId="257"/>
            <ac:spMk id="123" creationId="{EF167B48-FFCF-70D6-049B-2B25E02863EC}"/>
          </ac:spMkLst>
        </pc:spChg>
        <pc:spChg chg="add del">
          <ac:chgData name="典暁 江田" userId="febf811aa82cf006" providerId="LiveId" clId="{494A3F81-2F34-4550-A43F-8C70D8626192}" dt="2025-10-04T03:28:18.658" v="1569" actId="478"/>
          <ac:spMkLst>
            <pc:docMk/>
            <pc:sldMk cId="1658728249" sldId="257"/>
            <ac:spMk id="125" creationId="{AC9C688A-E539-B881-7046-19A82498051B}"/>
          </ac:spMkLst>
        </pc:spChg>
        <pc:spChg chg="add del">
          <ac:chgData name="典暁 江田" userId="febf811aa82cf006" providerId="LiveId" clId="{494A3F81-2F34-4550-A43F-8C70D8626192}" dt="2025-10-04T03:28:18.658" v="1569" actId="478"/>
          <ac:spMkLst>
            <pc:docMk/>
            <pc:sldMk cId="1658728249" sldId="257"/>
            <ac:spMk id="127" creationId="{B7DB4ECD-88D9-554F-DDFE-E8C793804F69}"/>
          </ac:spMkLst>
        </pc:spChg>
        <pc:spChg chg="add del mod">
          <ac:chgData name="典暁 江田" userId="febf811aa82cf006" providerId="LiveId" clId="{494A3F81-2F34-4550-A43F-8C70D8626192}" dt="2025-10-04T03:28:18.658" v="1569" actId="478"/>
          <ac:spMkLst>
            <pc:docMk/>
            <pc:sldMk cId="1658728249" sldId="257"/>
            <ac:spMk id="129" creationId="{23B433AA-9401-6D15-20B3-AF9608159889}"/>
          </ac:spMkLst>
        </pc:spChg>
        <pc:picChg chg="del">
          <ac:chgData name="典暁 江田" userId="febf811aa82cf006" providerId="LiveId" clId="{494A3F81-2F34-4550-A43F-8C70D8626192}" dt="2025-10-04T03:47:36.840" v="1635" actId="478"/>
          <ac:picMkLst>
            <pc:docMk/>
            <pc:sldMk cId="1658728249" sldId="257"/>
            <ac:picMk id="5" creationId="{F4FA93EB-9F47-17CC-54DC-CB053A5DC6A1}"/>
          </ac:picMkLst>
        </pc:picChg>
        <pc:picChg chg="mod">
          <ac:chgData name="典暁 江田" userId="febf811aa82cf006" providerId="LiveId" clId="{494A3F81-2F34-4550-A43F-8C70D8626192}" dt="2025-10-04T03:47:48.369" v="1637" actId="1076"/>
          <ac:picMkLst>
            <pc:docMk/>
            <pc:sldMk cId="1658728249" sldId="257"/>
            <ac:picMk id="27" creationId="{9B0EEB55-F865-4318-06F3-EAB9DB34ADA2}"/>
          </ac:picMkLst>
        </pc:picChg>
        <pc:picChg chg="del">
          <ac:chgData name="典暁 江田" userId="febf811aa82cf006" providerId="LiveId" clId="{494A3F81-2F34-4550-A43F-8C70D8626192}" dt="2025-10-04T03:28:08.297" v="1567" actId="478"/>
          <ac:picMkLst>
            <pc:docMk/>
            <pc:sldMk cId="1658728249" sldId="257"/>
            <ac:picMk id="41" creationId="{642732E1-5080-3C66-609C-FD94EE28F751}"/>
          </ac:picMkLst>
        </pc:picChg>
        <pc:picChg chg="del">
          <ac:chgData name="典暁 江田" userId="febf811aa82cf006" providerId="LiveId" clId="{494A3F81-2F34-4550-A43F-8C70D8626192}" dt="2025-10-04T03:28:08.297" v="1567" actId="478"/>
          <ac:picMkLst>
            <pc:docMk/>
            <pc:sldMk cId="1658728249" sldId="257"/>
            <ac:picMk id="50" creationId="{689D371A-2CD3-C689-3A4E-D0F8E56F06AD}"/>
          </ac:picMkLst>
        </pc:picChg>
        <pc:picChg chg="del">
          <ac:chgData name="典暁 江田" userId="febf811aa82cf006" providerId="LiveId" clId="{494A3F81-2F34-4550-A43F-8C70D8626192}" dt="2025-10-04T03:28:08.297" v="1567" actId="478"/>
          <ac:picMkLst>
            <pc:docMk/>
            <pc:sldMk cId="1658728249" sldId="257"/>
            <ac:picMk id="51" creationId="{509DE086-4BC0-3203-0697-A0CC13C352DB}"/>
          </ac:picMkLst>
        </pc:picChg>
        <pc:picChg chg="del">
          <ac:chgData name="典暁 江田" userId="febf811aa82cf006" providerId="LiveId" clId="{494A3F81-2F34-4550-A43F-8C70D8626192}" dt="2025-10-04T03:28:08.297" v="1567" actId="478"/>
          <ac:picMkLst>
            <pc:docMk/>
            <pc:sldMk cId="1658728249" sldId="257"/>
            <ac:picMk id="67" creationId="{CF0CF5F4-6891-9C6B-2897-4A853BD668AC}"/>
          </ac:picMkLst>
        </pc:picChg>
        <pc:picChg chg="del">
          <ac:chgData name="典暁 江田" userId="febf811aa82cf006" providerId="LiveId" clId="{494A3F81-2F34-4550-A43F-8C70D8626192}" dt="2025-10-04T03:45:42.087" v="1624" actId="478"/>
          <ac:picMkLst>
            <pc:docMk/>
            <pc:sldMk cId="1658728249" sldId="257"/>
            <ac:picMk id="81" creationId="{D4124DC9-1751-7862-45B1-44F320009233}"/>
          </ac:picMkLst>
        </pc:picChg>
        <pc:picChg chg="mod">
          <ac:chgData name="典暁 江田" userId="febf811aa82cf006" providerId="LiveId" clId="{494A3F81-2F34-4550-A43F-8C70D8626192}" dt="2025-10-04T03:46:39.269" v="1632" actId="1076"/>
          <ac:picMkLst>
            <pc:docMk/>
            <pc:sldMk cId="1658728249" sldId="257"/>
            <ac:picMk id="85" creationId="{6894FC5B-A1DB-B2C2-1802-042937BC8BEE}"/>
          </ac:picMkLst>
        </pc:picChg>
        <pc:picChg chg="del">
          <ac:chgData name="典暁 江田" userId="febf811aa82cf006" providerId="LiveId" clId="{494A3F81-2F34-4550-A43F-8C70D8626192}" dt="2025-10-04T03:28:26.087" v="1571" actId="478"/>
          <ac:picMkLst>
            <pc:docMk/>
            <pc:sldMk cId="1658728249" sldId="257"/>
            <ac:picMk id="98" creationId="{8A3704F7-0505-CFBB-3210-609A534B1821}"/>
          </ac:picMkLst>
        </pc:picChg>
        <pc:picChg chg="del">
          <ac:chgData name="典暁 江田" userId="febf811aa82cf006" providerId="LiveId" clId="{494A3F81-2F34-4550-A43F-8C70D8626192}" dt="2025-10-04T03:28:18.658" v="1569" actId="478"/>
          <ac:picMkLst>
            <pc:docMk/>
            <pc:sldMk cId="1658728249" sldId="257"/>
            <ac:picMk id="124" creationId="{E693AD73-C0AF-CC76-E278-AD6C902149B3}"/>
          </ac:picMkLst>
        </pc:picChg>
        <pc:picChg chg="del">
          <ac:chgData name="典暁 江田" userId="febf811aa82cf006" providerId="LiveId" clId="{494A3F81-2F34-4550-A43F-8C70D8626192}" dt="2025-10-04T03:28:18.658" v="1569" actId="478"/>
          <ac:picMkLst>
            <pc:docMk/>
            <pc:sldMk cId="1658728249" sldId="257"/>
            <ac:picMk id="126" creationId="{163507F1-D510-C503-C996-2831F9964096}"/>
          </ac:picMkLst>
        </pc:picChg>
        <pc:picChg chg="del">
          <ac:chgData name="典暁 江田" userId="febf811aa82cf006" providerId="LiveId" clId="{494A3F81-2F34-4550-A43F-8C70D8626192}" dt="2025-10-04T03:28:18.658" v="1569" actId="478"/>
          <ac:picMkLst>
            <pc:docMk/>
            <pc:sldMk cId="1658728249" sldId="257"/>
            <ac:picMk id="128" creationId="{F9221519-1CA8-BE35-E598-19DDB183331F}"/>
          </ac:picMkLst>
        </pc:picChg>
        <pc:cxnChg chg="mod">
          <ac:chgData name="典暁 江田" userId="febf811aa82cf006" providerId="LiveId" clId="{494A3F81-2F34-4550-A43F-8C70D8626192}" dt="2025-10-04T03:46:43.772" v="1634" actId="14100"/>
          <ac:cxnSpMkLst>
            <pc:docMk/>
            <pc:sldMk cId="1658728249" sldId="257"/>
            <ac:cxnSpMk id="29" creationId="{04E091FE-BB70-E822-63A2-5CAD4B9EF82C}"/>
          </ac:cxnSpMkLst>
        </pc:cxnChg>
        <pc:cxnChg chg="del">
          <ac:chgData name="典暁 江田" userId="febf811aa82cf006" providerId="LiveId" clId="{494A3F81-2F34-4550-A43F-8C70D8626192}" dt="2025-10-04T03:28:33.104" v="1572" actId="478"/>
          <ac:cxnSpMkLst>
            <pc:docMk/>
            <pc:sldMk cId="1658728249" sldId="257"/>
            <ac:cxnSpMk id="72" creationId="{3834A398-E908-966C-7D26-833A588AA0A4}"/>
          </ac:cxnSpMkLst>
        </pc:cxnChg>
        <pc:cxnChg chg="del">
          <ac:chgData name="典暁 江田" userId="febf811aa82cf006" providerId="LiveId" clId="{494A3F81-2F34-4550-A43F-8C70D8626192}" dt="2025-10-04T03:45:47.800" v="1625" actId="478"/>
          <ac:cxnSpMkLst>
            <pc:docMk/>
            <pc:sldMk cId="1658728249" sldId="257"/>
            <ac:cxnSpMk id="88" creationId="{04139C96-0E08-FFB0-115D-FEC4AF8835BA}"/>
          </ac:cxnSpMkLst>
        </pc:cxnChg>
        <pc:cxnChg chg="del">
          <ac:chgData name="典暁 江田" userId="febf811aa82cf006" providerId="LiveId" clId="{494A3F81-2F34-4550-A43F-8C70D8626192}" dt="2025-10-04T03:28:26.087" v="1571" actId="478"/>
          <ac:cxnSpMkLst>
            <pc:docMk/>
            <pc:sldMk cId="1658728249" sldId="257"/>
            <ac:cxnSpMk id="102" creationId="{B2E8A25B-1881-74BB-9F3E-0C6048B905C5}"/>
          </ac:cxnSpMkLst>
        </pc:cxnChg>
        <pc:cxnChg chg="del">
          <ac:chgData name="典暁 江田" userId="febf811aa82cf006" providerId="LiveId" clId="{494A3F81-2F34-4550-A43F-8C70D8626192}" dt="2025-10-04T03:28:26.087" v="1571" actId="478"/>
          <ac:cxnSpMkLst>
            <pc:docMk/>
            <pc:sldMk cId="1658728249" sldId="257"/>
            <ac:cxnSpMk id="109" creationId="{6BE9091D-2A86-B1CD-7D0D-CBFE2FD3A80C}"/>
          </ac:cxnSpMkLst>
        </pc:cxnChg>
        <pc:cxnChg chg="del">
          <ac:chgData name="典暁 江田" userId="febf811aa82cf006" providerId="LiveId" clId="{494A3F81-2F34-4550-A43F-8C70D8626192}" dt="2025-10-04T03:28:21.189" v="1570" actId="478"/>
          <ac:cxnSpMkLst>
            <pc:docMk/>
            <pc:sldMk cId="1658728249" sldId="257"/>
            <ac:cxnSpMk id="115" creationId="{99C54E9A-67FD-B1CA-FE44-9E41C49106F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9E3698-53C8-C1C7-56F5-F367EDB7F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BBF06B6-CD10-7266-DC4D-71A400F3A1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5BC8E6-005A-4B15-7281-7F39FF6F4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C93E-F3CF-4DE4-8704-B9E19F8BB971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7C8164-355F-3AB9-3A46-4C52C7DEF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EF2775-1D41-03DA-B392-8B2BE5EA3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0133-3780-42A3-A208-FED375B86E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803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5BA43D-167B-0877-F1E0-AF0FC3733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EFCF007-4DD6-0282-F2E3-C54601670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C4DE51-2F4B-0D97-F1EF-749247B90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C93E-F3CF-4DE4-8704-B9E19F8BB971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D0AF13-95ED-1C1E-F3F6-F54603104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1E620D-74B8-1305-9E65-772815578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0133-3780-42A3-A208-FED375B86E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5477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E4A635-1318-286B-BA08-EA600F11B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FD6F451-565E-FB2F-8AE2-33E599638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D44747-4B8D-EF59-0826-56B178110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C93E-F3CF-4DE4-8704-B9E19F8BB971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9802EB-CDCA-D2A9-B79C-02D601B9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42512E-69C2-701F-D0DC-EDEF4E078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0133-3780-42A3-A208-FED375B86E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2291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950BED-54C0-2FFD-5042-F21282AED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1D4CE61-595F-D8C0-7EE7-2F4274FC25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252B1E9-63C4-EDFC-C948-A84BA4E6D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CEAFFD3-200F-BA52-A181-90975038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C93E-F3CF-4DE4-8704-B9E19F8BB971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970D3C6-5CC9-3CDF-D90D-719B8C5E6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7BBA2ED-860E-E7F9-BFAE-8593D5375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0133-3780-42A3-A208-FED375B86E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2695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30DBBD-366A-7B44-D1ED-29BEA94B0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212B6FA-C8CB-B8F2-56AD-8829DEC9F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E10BD67-EA0C-251A-1624-F0C6A82BB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F7E7818-F95F-86AA-9BCF-C7011B26E6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C21CAC5-6D78-8BB3-3054-8BC6D42306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3E0E241-99DD-9F26-C838-131D948BF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C93E-F3CF-4DE4-8704-B9E19F8BB971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563E8DB-EA63-98EE-EC98-10BCC50BA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A4ECF92-6978-1C6A-8B3B-626F08F03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0133-3780-42A3-A208-FED375B86E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4474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649B8D-E302-2AF4-DE95-F336176D8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DA7B105-118C-AEF8-E810-4B282790B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C93E-F3CF-4DE4-8704-B9E19F8BB971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05A2E2-30E4-51B6-EEEE-D13F311BB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3667117-4079-0120-5169-001A8A31C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0133-3780-42A3-A208-FED375B86E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3057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176A0AB-A991-E858-ECD0-2A9F860D3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C93E-F3CF-4DE4-8704-B9E19F8BB971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5F0A3CF-E645-CDE7-576E-007A433D1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A46BC4-7DBC-E89B-654A-076F73570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0133-3780-42A3-A208-FED375B86E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0512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E4BEE5-1FFB-FCB3-0D43-052196970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DE83C1-F9AE-F7EA-FF6F-88B32D59B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2272AA6-02FC-C979-B612-2D8AA617F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C639C21-902D-7D43-4C63-427F8CC9E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C93E-F3CF-4DE4-8704-B9E19F8BB971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8028A2A-D0F2-E335-5FF2-9C0011C18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B0EB35B-1BD0-37ED-A75B-9FF21CBD7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0133-3780-42A3-A208-FED375B86E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0579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85C85E-09A0-C745-E170-AD9853AD3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88BA1C6-FDFF-A0E5-C030-C0342D5283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BB7613B-2A02-7DEA-930E-D85238738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681DCB3-4276-F8E5-0C78-764A99D87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C93E-F3CF-4DE4-8704-B9E19F8BB971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A6F664E-5F8B-A8B2-387E-BCFB06C32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2DD850-758D-D3E1-09C9-9EF8C09B4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0133-3780-42A3-A208-FED375B86E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4252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02C6CD-D12A-5011-8ED0-392581C99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B7A7D1C-8E19-61B3-9BF1-2B5A785EC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059E01-55DD-D41B-5051-2F5CCFB6F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C93E-F3CF-4DE4-8704-B9E19F8BB971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8C4727-6D99-5916-24D4-145D8EAC1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6F9CC5-57CF-1261-B624-58AB7C186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0133-3780-42A3-A208-FED375B86E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6559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5E2AAB9-15F4-EE3D-99EB-C192ADD138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59525FB-5385-11C3-F939-9DEA345E81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C7AC53-E0CC-2C0D-0FB4-0109FC881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C93E-F3CF-4DE4-8704-B9E19F8BB971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6492CD-67E5-0035-3A25-3C4626F82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F5BB48-470B-CF9D-AFEB-ED2AAB5F9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0133-3780-42A3-A208-FED375B86E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6221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765877B-E6EF-EF17-6D79-84C656D18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5ED236-C64B-70DB-A732-A86DB5B54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B4ED01D-BDB7-8EED-9BA9-373BC8AD44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D5C93E-F3CF-4DE4-8704-B9E19F8BB971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112BEF-3562-2CBA-DE48-D1830840A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547FEC-F11C-D73B-271D-318C6C788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650133-3780-42A3-A208-FED375B86E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0293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図 49" descr="黒いバックグラウンドの前に立っている&#10;&#10;AI 生成コンテンツは誤りを含む可能性があります。">
            <a:extLst>
              <a:ext uri="{FF2B5EF4-FFF2-40B4-BE49-F238E27FC236}">
                <a16:creationId xmlns:a16="http://schemas.microsoft.com/office/drawing/2014/main" id="{9B7CF9A7-2FB5-B06C-0707-BD11AB3C8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605" y="4900368"/>
            <a:ext cx="971633" cy="971633"/>
          </a:xfrm>
          <a:prstGeom prst="rect">
            <a:avLst/>
          </a:prstGeom>
        </p:spPr>
      </p:pic>
      <p:pic>
        <p:nvPicPr>
          <p:cNvPr id="51" name="図 50" descr="黒いバックグラウンドの前に立っている&#10;&#10;AI 生成コンテンツは誤りを含む可能性があります。">
            <a:extLst>
              <a:ext uri="{FF2B5EF4-FFF2-40B4-BE49-F238E27FC236}">
                <a16:creationId xmlns:a16="http://schemas.microsoft.com/office/drawing/2014/main" id="{5CEBE2A6-CD8F-4F0E-89A2-7292F26C6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990" y="4900368"/>
            <a:ext cx="971633" cy="971633"/>
          </a:xfrm>
          <a:prstGeom prst="rect">
            <a:avLst/>
          </a:prstGeom>
        </p:spPr>
      </p:pic>
      <p:pic>
        <p:nvPicPr>
          <p:cNvPr id="27" name="図 26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2A7E242C-7AC2-7B36-1EBA-CE616A11A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939" y="1383670"/>
            <a:ext cx="1847273" cy="1847273"/>
          </a:xfrm>
          <a:prstGeom prst="rect">
            <a:avLst/>
          </a:prstGeom>
        </p:spPr>
      </p:pic>
      <p:sp>
        <p:nvSpPr>
          <p:cNvPr id="18" name="二等辺三角形 17">
            <a:extLst>
              <a:ext uri="{FF2B5EF4-FFF2-40B4-BE49-F238E27FC236}">
                <a16:creationId xmlns:a16="http://schemas.microsoft.com/office/drawing/2014/main" id="{45B4708B-6BDA-E39F-768E-25952C9F22DC}"/>
              </a:ext>
            </a:extLst>
          </p:cNvPr>
          <p:cNvSpPr/>
          <p:nvPr/>
        </p:nvSpPr>
        <p:spPr>
          <a:xfrm>
            <a:off x="10135960" y="3443620"/>
            <a:ext cx="766618" cy="600364"/>
          </a:xfrm>
          <a:prstGeom prst="triangl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4A581BF8-2187-4278-DC20-F6073DC86540}"/>
              </a:ext>
            </a:extLst>
          </p:cNvPr>
          <p:cNvSpPr/>
          <p:nvPr/>
        </p:nvSpPr>
        <p:spPr>
          <a:xfrm>
            <a:off x="9396031" y="2497657"/>
            <a:ext cx="2246477" cy="1293091"/>
          </a:xfrm>
          <a:prstGeom prst="roundRect">
            <a:avLst>
              <a:gd name="adj" fmla="val 4988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CE418EF2-78C1-50A5-7EF2-E9B0F555793B}"/>
              </a:ext>
            </a:extLst>
          </p:cNvPr>
          <p:cNvSpPr/>
          <p:nvPr/>
        </p:nvSpPr>
        <p:spPr>
          <a:xfrm>
            <a:off x="5788852" y="2549211"/>
            <a:ext cx="1659497" cy="951370"/>
          </a:xfrm>
          <a:prstGeom prst="roundRect">
            <a:avLst>
              <a:gd name="adj" fmla="val 855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 descr="コンピューター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72749F6E-F78C-111E-34DC-3175629FC4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119" y="1782366"/>
            <a:ext cx="1256463" cy="675349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16B380D-190D-8FF4-12B3-2EA368446A33}"/>
              </a:ext>
            </a:extLst>
          </p:cNvPr>
          <p:cNvSpPr txBox="1"/>
          <p:nvPr/>
        </p:nvSpPr>
        <p:spPr>
          <a:xfrm>
            <a:off x="1969087" y="2515785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</a:rPr>
              <a:t>サーバー</a:t>
            </a:r>
            <a:endParaRPr kumimoji="1" lang="ja-JP" altLang="en-US" sz="1050" dirty="0">
              <a:solidFill>
                <a:schemeClr val="bg1"/>
              </a:solidFill>
            </a:endParaRPr>
          </a:p>
        </p:txBody>
      </p:sp>
      <p:pic>
        <p:nvPicPr>
          <p:cNvPr id="8" name="図 7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DEEFB346-E7F3-2A1E-56DD-EA8D2DC135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6256" y="2631261"/>
            <a:ext cx="1464688" cy="787269"/>
          </a:xfrm>
          <a:prstGeom prst="rect">
            <a:avLst/>
          </a:prstGeom>
        </p:spPr>
      </p:pic>
      <p:pic>
        <p:nvPicPr>
          <p:cNvPr id="10" name="図 9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72910E34-149D-A15D-D5D3-EE2219FEB8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1082" y="2591553"/>
            <a:ext cx="2056376" cy="1105302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718F8CC-8F6C-CA74-210D-C369A45B9BBD}"/>
              </a:ext>
            </a:extLst>
          </p:cNvPr>
          <p:cNvSpPr txBox="1"/>
          <p:nvPr/>
        </p:nvSpPr>
        <p:spPr>
          <a:xfrm>
            <a:off x="5402276" y="2077843"/>
            <a:ext cx="251328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b="1" dirty="0"/>
              <a:t>スコアボード操作 </a:t>
            </a:r>
            <a:r>
              <a:rPr kumimoji="1" lang="en-US" altLang="ja-JP" sz="800" b="1" dirty="0"/>
              <a:t>(</a:t>
            </a:r>
            <a:r>
              <a:rPr kumimoji="1" lang="ja-JP" altLang="en-US" sz="800" b="1" dirty="0"/>
              <a:t>タブレット</a:t>
            </a:r>
            <a:r>
              <a:rPr kumimoji="1" lang="en-US" altLang="ja-JP" sz="800" b="1" dirty="0"/>
              <a:t>)</a:t>
            </a:r>
          </a:p>
          <a:p>
            <a:pPr algn="ctr"/>
            <a:r>
              <a:rPr lang="en-US" altLang="ja-JP" sz="900" dirty="0">
                <a:solidFill>
                  <a:schemeClr val="accent1"/>
                </a:solidFill>
              </a:rPr>
              <a:t>/event/:id/court/:court/scoreboard?p=ctrl</a:t>
            </a:r>
            <a:endParaRPr kumimoji="1" lang="ja-JP" altLang="en-US" sz="1050" dirty="0">
              <a:solidFill>
                <a:schemeClr val="accent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6F2322A-ADC8-B833-09E2-BC4FA4953F7F}"/>
              </a:ext>
            </a:extLst>
          </p:cNvPr>
          <p:cNvSpPr txBox="1"/>
          <p:nvPr/>
        </p:nvSpPr>
        <p:spPr>
          <a:xfrm>
            <a:off x="9302945" y="2082159"/>
            <a:ext cx="24326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b="1" dirty="0"/>
              <a:t>スコアボード表示</a:t>
            </a:r>
            <a:r>
              <a:rPr kumimoji="1" lang="ja-JP" altLang="en-US" sz="800" b="1" dirty="0"/>
              <a:t>（外部ディスプレイ）</a:t>
            </a:r>
            <a:endParaRPr kumimoji="1" lang="en-US" altLang="ja-JP" sz="1200" b="1" dirty="0"/>
          </a:p>
          <a:p>
            <a:pPr algn="ctr"/>
            <a:r>
              <a:rPr lang="en-US" altLang="ja-JP" sz="900" dirty="0">
                <a:solidFill>
                  <a:schemeClr val="accent1"/>
                </a:solidFill>
              </a:rPr>
              <a:t>/event/:id/court/:court/scoreboard?p=view</a:t>
            </a:r>
            <a:endParaRPr kumimoji="1" lang="ja-JP" altLang="en-US" sz="1050" dirty="0">
              <a:solidFill>
                <a:schemeClr val="accent1"/>
              </a:solidFill>
            </a:endParaRP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EFB36298-104C-6B5F-1FCC-A58E6CF64BB9}"/>
              </a:ext>
            </a:extLst>
          </p:cNvPr>
          <p:cNvCxnSpPr>
            <a:cxnSpLocks/>
          </p:cNvCxnSpPr>
          <p:nvPr/>
        </p:nvCxnSpPr>
        <p:spPr>
          <a:xfrm>
            <a:off x="7813883" y="3144202"/>
            <a:ext cx="1180707" cy="0"/>
          </a:xfrm>
          <a:prstGeom prst="straightConnector1">
            <a:avLst/>
          </a:prstGeom>
          <a:ln>
            <a:solidFill>
              <a:schemeClr val="accent5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5297277-1FBB-4EB4-2FA1-07B5715EF9BC}"/>
              </a:ext>
            </a:extLst>
          </p:cNvPr>
          <p:cNvSpPr txBox="1"/>
          <p:nvPr/>
        </p:nvSpPr>
        <p:spPr>
          <a:xfrm>
            <a:off x="7671824" y="3229570"/>
            <a:ext cx="144462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>
                <a:solidFill>
                  <a:schemeClr val="accent5"/>
                </a:solidFill>
              </a:rPr>
              <a:t>Local Storage</a:t>
            </a:r>
            <a:r>
              <a:rPr kumimoji="1" lang="ja-JP" altLang="en-US" sz="1050" dirty="0">
                <a:solidFill>
                  <a:schemeClr val="accent5"/>
                </a:solidFill>
              </a:rPr>
              <a:t>で配信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1BDD0971-DEA9-71DF-F89C-B1F16B2869D4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7448349" y="3024896"/>
            <a:ext cx="1947682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5EE28DA-4878-BD5A-0B1A-63DF98E1F02B}"/>
              </a:ext>
            </a:extLst>
          </p:cNvPr>
          <p:cNvSpPr txBox="1"/>
          <p:nvPr/>
        </p:nvSpPr>
        <p:spPr>
          <a:xfrm>
            <a:off x="8050597" y="2746360"/>
            <a:ext cx="7029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50" dirty="0"/>
              <a:t>有線</a:t>
            </a:r>
            <a:endParaRPr kumimoji="1" lang="ja-JP" altLang="en-US" sz="1400" dirty="0">
              <a:solidFill>
                <a:schemeClr val="accent1"/>
              </a:solidFill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98D5AFE-2729-6419-B325-54B9B689D3DE}"/>
              </a:ext>
            </a:extLst>
          </p:cNvPr>
          <p:cNvSpPr txBox="1"/>
          <p:nvPr/>
        </p:nvSpPr>
        <p:spPr>
          <a:xfrm>
            <a:off x="762932" y="1240948"/>
            <a:ext cx="243264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b="1" dirty="0"/>
              <a:t>大会管理画面 </a:t>
            </a:r>
            <a:r>
              <a:rPr kumimoji="1" lang="en-US" altLang="ja-JP" sz="800" b="1" dirty="0"/>
              <a:t>(</a:t>
            </a:r>
            <a:r>
              <a:rPr kumimoji="1" lang="ja-JP" altLang="en-US" sz="800" b="1" dirty="0"/>
              <a:t>ノート</a:t>
            </a:r>
            <a:r>
              <a:rPr kumimoji="1" lang="en-US" altLang="ja-JP" sz="800" b="1" dirty="0"/>
              <a:t>PC)</a:t>
            </a:r>
          </a:p>
          <a:p>
            <a:pPr algn="ctr"/>
            <a:r>
              <a:rPr lang="en-US" altLang="ja-JP" sz="900" dirty="0">
                <a:solidFill>
                  <a:schemeClr val="accent1"/>
                </a:solidFill>
              </a:rPr>
              <a:t>/data/:id/control</a:t>
            </a:r>
            <a:endParaRPr kumimoji="1" lang="ja-JP" altLang="en-US" sz="1050" dirty="0">
              <a:solidFill>
                <a:schemeClr val="accent1"/>
              </a:solidFill>
            </a:endParaRPr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4E34D156-E32A-2182-A575-22C876BE326D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3024983" y="3024896"/>
            <a:ext cx="2763869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39DD002C-34E1-5850-E8D1-23091F20260F}"/>
              </a:ext>
            </a:extLst>
          </p:cNvPr>
          <p:cNvSpPr txBox="1"/>
          <p:nvPr/>
        </p:nvSpPr>
        <p:spPr>
          <a:xfrm>
            <a:off x="3810992" y="2746360"/>
            <a:ext cx="145708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50" dirty="0"/>
              <a:t>無線 </a:t>
            </a:r>
            <a:r>
              <a:rPr kumimoji="1" lang="en-US" altLang="ja-JP" sz="1050" dirty="0"/>
              <a:t>or Internet</a:t>
            </a:r>
            <a:r>
              <a:rPr kumimoji="1" lang="ja-JP" altLang="en-US" sz="1050" dirty="0"/>
              <a:t>経由</a:t>
            </a:r>
            <a:endParaRPr kumimoji="1" lang="ja-JP" altLang="en-US" sz="1400" dirty="0">
              <a:solidFill>
                <a:schemeClr val="accent1"/>
              </a:solidFill>
            </a:endParaRP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2D9D8428-8BC2-7823-FAEE-723F37B8987A}"/>
              </a:ext>
            </a:extLst>
          </p:cNvPr>
          <p:cNvCxnSpPr>
            <a:cxnSpLocks/>
          </p:cNvCxnSpPr>
          <p:nvPr/>
        </p:nvCxnSpPr>
        <p:spPr>
          <a:xfrm>
            <a:off x="3746110" y="3236614"/>
            <a:ext cx="1180707" cy="0"/>
          </a:xfrm>
          <a:prstGeom prst="straightConnector1">
            <a:avLst/>
          </a:prstGeom>
          <a:ln>
            <a:solidFill>
              <a:schemeClr val="accent5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C45EB08-0D7D-DBC7-D0D2-CE62D11BB46D}"/>
              </a:ext>
            </a:extLst>
          </p:cNvPr>
          <p:cNvSpPr txBox="1"/>
          <p:nvPr/>
        </p:nvSpPr>
        <p:spPr>
          <a:xfrm>
            <a:off x="3445591" y="3270726"/>
            <a:ext cx="206979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50" dirty="0">
                <a:solidFill>
                  <a:schemeClr val="accent5"/>
                </a:solidFill>
              </a:rPr>
              <a:t>コートごとに</a:t>
            </a:r>
            <a:r>
              <a:rPr kumimoji="1" lang="ja-JP" altLang="en-US" sz="1050" dirty="0">
                <a:solidFill>
                  <a:schemeClr val="accent5"/>
                </a:solidFill>
              </a:rPr>
              <a:t>ポーリングで同期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0457A81E-1DB1-9EF8-1C20-944AE7E45CC7}"/>
              </a:ext>
            </a:extLst>
          </p:cNvPr>
          <p:cNvSpPr txBox="1"/>
          <p:nvPr/>
        </p:nvSpPr>
        <p:spPr>
          <a:xfrm>
            <a:off x="7596668" y="3491179"/>
            <a:ext cx="1704313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050" dirty="0">
                <a:solidFill>
                  <a:schemeClr val="accent5"/>
                </a:solidFill>
              </a:rPr>
              <a:t>セクション（エンド）</a:t>
            </a:r>
            <a:endParaRPr kumimoji="1" lang="en-US" altLang="ja-JP" sz="105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050" dirty="0">
                <a:solidFill>
                  <a:schemeClr val="accent5"/>
                </a:solidFill>
              </a:rPr>
              <a:t>プレイヤー名</a:t>
            </a:r>
            <a:endParaRPr kumimoji="1" lang="en-US" altLang="ja-JP" sz="105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050" dirty="0">
                <a:solidFill>
                  <a:schemeClr val="accent5"/>
                </a:solidFill>
              </a:rPr>
              <a:t>スコア</a:t>
            </a:r>
            <a:endParaRPr lang="en-US" altLang="ja-JP" sz="105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050" dirty="0">
                <a:solidFill>
                  <a:schemeClr val="accent5"/>
                </a:solidFill>
              </a:rPr>
              <a:t>タイマー</a:t>
            </a:r>
            <a:endParaRPr kumimoji="1" lang="en-US" altLang="ja-JP" sz="105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050" dirty="0">
                <a:solidFill>
                  <a:schemeClr val="accent5"/>
                </a:solidFill>
              </a:rPr>
              <a:t>ボール数</a:t>
            </a:r>
            <a:endParaRPr lang="en-US" altLang="ja-JP" sz="105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050" dirty="0">
                <a:solidFill>
                  <a:schemeClr val="accent5"/>
                </a:solidFill>
              </a:rPr>
              <a:t>勝敗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B24001B5-5842-067C-92B4-2B7523E2310E}"/>
              </a:ext>
            </a:extLst>
          </p:cNvPr>
          <p:cNvSpPr txBox="1"/>
          <p:nvPr/>
        </p:nvSpPr>
        <p:spPr>
          <a:xfrm>
            <a:off x="3761281" y="3527606"/>
            <a:ext cx="170431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050" dirty="0">
                <a:solidFill>
                  <a:schemeClr val="accent5"/>
                </a:solidFill>
              </a:rPr>
              <a:t>セクション（エンド）</a:t>
            </a:r>
            <a:endParaRPr kumimoji="1" lang="en-US" altLang="ja-JP" sz="105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050" dirty="0">
                <a:solidFill>
                  <a:schemeClr val="accent5"/>
                </a:solidFill>
              </a:rPr>
              <a:t>プレイヤー名</a:t>
            </a:r>
            <a:endParaRPr kumimoji="1" lang="en-US" altLang="ja-JP" sz="105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050" dirty="0">
                <a:solidFill>
                  <a:schemeClr val="accent5"/>
                </a:solidFill>
              </a:rPr>
              <a:t>スコア</a:t>
            </a:r>
            <a:endParaRPr lang="en-US" altLang="ja-JP" sz="105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050" dirty="0">
                <a:solidFill>
                  <a:schemeClr val="accent5"/>
                </a:solidFill>
              </a:rPr>
              <a:t>勝敗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pic>
        <p:nvPicPr>
          <p:cNvPr id="41" name="図 40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B14FD1F9-D857-1148-7268-46B0451BCD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21" y="5081860"/>
            <a:ext cx="474012" cy="474012"/>
          </a:xfrm>
          <a:prstGeom prst="rect">
            <a:avLst/>
          </a:prstGeom>
          <a:ln>
            <a:noFill/>
          </a:ln>
        </p:spPr>
      </p:pic>
      <p:pic>
        <p:nvPicPr>
          <p:cNvPr id="46" name="図 45" descr="四角形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AE70C484-4C42-6999-5F5D-FD02F85CE8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91" y="5124989"/>
            <a:ext cx="474012" cy="474012"/>
          </a:xfrm>
          <a:prstGeom prst="rect">
            <a:avLst/>
          </a:prstGeom>
          <a:ln>
            <a:noFill/>
          </a:ln>
        </p:spPr>
      </p:pic>
      <p:sp>
        <p:nvSpPr>
          <p:cNvPr id="63" name="二等辺三角形 62">
            <a:extLst>
              <a:ext uri="{FF2B5EF4-FFF2-40B4-BE49-F238E27FC236}">
                <a16:creationId xmlns:a16="http://schemas.microsoft.com/office/drawing/2014/main" id="{87635AB5-9E1C-FF29-A70F-F146ED38A348}"/>
              </a:ext>
            </a:extLst>
          </p:cNvPr>
          <p:cNvSpPr/>
          <p:nvPr/>
        </p:nvSpPr>
        <p:spPr>
          <a:xfrm>
            <a:off x="10135960" y="5133875"/>
            <a:ext cx="766618" cy="600364"/>
          </a:xfrm>
          <a:prstGeom prst="triangl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四角形: 角を丸くする 63">
            <a:extLst>
              <a:ext uri="{FF2B5EF4-FFF2-40B4-BE49-F238E27FC236}">
                <a16:creationId xmlns:a16="http://schemas.microsoft.com/office/drawing/2014/main" id="{7D85412F-5985-FFFD-43C7-60C5891CEF87}"/>
              </a:ext>
            </a:extLst>
          </p:cNvPr>
          <p:cNvSpPr/>
          <p:nvPr/>
        </p:nvSpPr>
        <p:spPr>
          <a:xfrm>
            <a:off x="9396031" y="4187912"/>
            <a:ext cx="2246477" cy="1293091"/>
          </a:xfrm>
          <a:prstGeom prst="roundRect">
            <a:avLst>
              <a:gd name="adj" fmla="val 4988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四角形: 角を丸くする 64">
            <a:extLst>
              <a:ext uri="{FF2B5EF4-FFF2-40B4-BE49-F238E27FC236}">
                <a16:creationId xmlns:a16="http://schemas.microsoft.com/office/drawing/2014/main" id="{F1D48A09-F3D3-49AB-A6B4-5041D0C37262}"/>
              </a:ext>
            </a:extLst>
          </p:cNvPr>
          <p:cNvSpPr/>
          <p:nvPr/>
        </p:nvSpPr>
        <p:spPr>
          <a:xfrm>
            <a:off x="5788852" y="4239466"/>
            <a:ext cx="1659497" cy="951370"/>
          </a:xfrm>
          <a:prstGeom prst="roundRect">
            <a:avLst>
              <a:gd name="adj" fmla="val 855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6" name="図 65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CCA8A5DE-1898-F725-414E-682616594E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6256" y="4321516"/>
            <a:ext cx="1464688" cy="787269"/>
          </a:xfrm>
          <a:prstGeom prst="rect">
            <a:avLst/>
          </a:prstGeom>
        </p:spPr>
      </p:pic>
      <p:pic>
        <p:nvPicPr>
          <p:cNvPr id="67" name="図 66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EAA0DA29-5011-1D63-79AF-387B86DD45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1082" y="4281808"/>
            <a:ext cx="2056376" cy="1105302"/>
          </a:xfrm>
          <a:prstGeom prst="rect">
            <a:avLst/>
          </a:prstGeom>
        </p:spPr>
      </p:pic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8E9606CB-456F-C386-CFBF-90AF22CB7EC5}"/>
              </a:ext>
            </a:extLst>
          </p:cNvPr>
          <p:cNvCxnSpPr>
            <a:cxnSpLocks/>
            <a:stCxn id="65" idx="3"/>
          </p:cNvCxnSpPr>
          <p:nvPr/>
        </p:nvCxnSpPr>
        <p:spPr>
          <a:xfrm>
            <a:off x="7448349" y="4715151"/>
            <a:ext cx="1947682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3241855D-DFB0-20CB-88F6-A9525A24DAF6}"/>
              </a:ext>
            </a:extLst>
          </p:cNvPr>
          <p:cNvCxnSpPr>
            <a:cxnSpLocks/>
          </p:cNvCxnSpPr>
          <p:nvPr/>
        </p:nvCxnSpPr>
        <p:spPr>
          <a:xfrm>
            <a:off x="5514072" y="4752096"/>
            <a:ext cx="274780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3BDE3B80-D560-519E-6A06-7558BBB3E0C0}"/>
              </a:ext>
            </a:extLst>
          </p:cNvPr>
          <p:cNvCxnSpPr>
            <a:cxnSpLocks/>
          </p:cNvCxnSpPr>
          <p:nvPr/>
        </p:nvCxnSpPr>
        <p:spPr>
          <a:xfrm>
            <a:off x="5484014" y="3144202"/>
            <a:ext cx="0" cy="1598658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14E249D9-C748-3C8E-BA0D-88568114DCD5}"/>
              </a:ext>
            </a:extLst>
          </p:cNvPr>
          <p:cNvSpPr txBox="1"/>
          <p:nvPr/>
        </p:nvSpPr>
        <p:spPr>
          <a:xfrm>
            <a:off x="5727918" y="5246579"/>
            <a:ext cx="32460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00" dirty="0"/>
              <a:t>※</a:t>
            </a:r>
            <a:r>
              <a:rPr kumimoji="1" lang="ja-JP" altLang="en-US" sz="900" dirty="0"/>
              <a:t>コートごとにスコアボードの操作・表示のセットがある</a:t>
            </a:r>
          </a:p>
        </p:txBody>
      </p:sp>
      <p:pic>
        <p:nvPicPr>
          <p:cNvPr id="81" name="図 80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82AD1FD3-EE8B-368D-5406-9F8714B5158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491" y="2676077"/>
            <a:ext cx="417049" cy="417049"/>
          </a:xfrm>
          <a:prstGeom prst="rect">
            <a:avLst/>
          </a:prstGeom>
        </p:spPr>
      </p:pic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0BFCE911-B01E-3518-1FCC-CDF8A65F0416}"/>
              </a:ext>
            </a:extLst>
          </p:cNvPr>
          <p:cNvSpPr txBox="1"/>
          <p:nvPr/>
        </p:nvSpPr>
        <p:spPr>
          <a:xfrm>
            <a:off x="2034349" y="3329188"/>
            <a:ext cx="1847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b="1" dirty="0"/>
              <a:t>試合進行データ</a:t>
            </a:r>
            <a:endParaRPr lang="en-US" altLang="ja-JP" sz="1000" dirty="0"/>
          </a:p>
          <a:p>
            <a:pPr algn="ctr"/>
            <a:r>
              <a:rPr lang="en-US" altLang="ja-JP" sz="800" dirty="0">
                <a:solidFill>
                  <a:schemeClr val="accent1"/>
                </a:solidFill>
              </a:rPr>
              <a:t>/data/:id/courts/:court/</a:t>
            </a:r>
            <a:r>
              <a:rPr kumimoji="1" lang="en-US" altLang="ja-JP" sz="800" dirty="0">
                <a:solidFill>
                  <a:schemeClr val="accent1"/>
                </a:solidFill>
              </a:rPr>
              <a:t>game.json</a:t>
            </a:r>
            <a:endParaRPr kumimoji="1" lang="ja-JP" altLang="en-US" sz="800" dirty="0">
              <a:solidFill>
                <a:schemeClr val="accent1"/>
              </a:solidFill>
            </a:endParaRPr>
          </a:p>
        </p:txBody>
      </p: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91F880E7-7D25-23C7-EF64-D71FFFC7C1DC}"/>
              </a:ext>
            </a:extLst>
          </p:cNvPr>
          <p:cNvCxnSpPr>
            <a:cxnSpLocks/>
          </p:cNvCxnSpPr>
          <p:nvPr/>
        </p:nvCxnSpPr>
        <p:spPr>
          <a:xfrm>
            <a:off x="3024983" y="3144202"/>
            <a:ext cx="2459031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5" name="図 84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315C5CBF-3938-872A-DC51-D456B99FAD1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619" y="2916222"/>
            <a:ext cx="417049" cy="417049"/>
          </a:xfrm>
          <a:prstGeom prst="rect">
            <a:avLst/>
          </a:prstGeom>
        </p:spPr>
      </p:pic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DAB7ECAE-E8B9-1B5B-888A-3E0DFCDD2650}"/>
              </a:ext>
            </a:extLst>
          </p:cNvPr>
          <p:cNvSpPr txBox="1"/>
          <p:nvPr/>
        </p:nvSpPr>
        <p:spPr>
          <a:xfrm>
            <a:off x="517897" y="3339976"/>
            <a:ext cx="1527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b="1" dirty="0"/>
              <a:t>試合結果データ</a:t>
            </a:r>
            <a:endParaRPr lang="en-US" altLang="ja-JP" sz="1000" dirty="0"/>
          </a:p>
          <a:p>
            <a:pPr algn="ctr"/>
            <a:r>
              <a:rPr lang="en-US" altLang="ja-JP" sz="800" dirty="0">
                <a:solidFill>
                  <a:schemeClr val="accent1"/>
                </a:solidFill>
              </a:rPr>
              <a:t>/data/:id/:cls/result.json</a:t>
            </a:r>
            <a:endParaRPr kumimoji="1" lang="ja-JP" altLang="en-US" sz="800" dirty="0">
              <a:solidFill>
                <a:schemeClr val="accent1"/>
              </a:solidFill>
            </a:endParaRPr>
          </a:p>
        </p:txBody>
      </p:sp>
      <p:pic>
        <p:nvPicPr>
          <p:cNvPr id="98" name="図 97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85083B00-68BD-8F7B-5D2B-84393C22404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290" y="2812521"/>
            <a:ext cx="417049" cy="417049"/>
          </a:xfrm>
          <a:prstGeom prst="rect">
            <a:avLst/>
          </a:prstGeom>
        </p:spPr>
      </p:pic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C718F918-7FFF-A014-6B0A-504F00947094}"/>
              </a:ext>
            </a:extLst>
          </p:cNvPr>
          <p:cNvSpPr txBox="1"/>
          <p:nvPr/>
        </p:nvSpPr>
        <p:spPr>
          <a:xfrm>
            <a:off x="517897" y="4485304"/>
            <a:ext cx="1527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b="1" dirty="0"/>
              <a:t>リーグ表</a:t>
            </a:r>
            <a:endParaRPr lang="en-US" altLang="ja-JP" sz="1000" dirty="0"/>
          </a:p>
          <a:p>
            <a:pPr algn="ctr"/>
            <a:r>
              <a:rPr lang="en-US" altLang="ja-JP" sz="800" dirty="0">
                <a:solidFill>
                  <a:schemeClr val="accent1"/>
                </a:solidFill>
              </a:rPr>
              <a:t>/event/:id/:cls/league</a:t>
            </a:r>
            <a:endParaRPr kumimoji="1" lang="ja-JP" altLang="en-US" sz="800" dirty="0">
              <a:solidFill>
                <a:schemeClr val="accent1"/>
              </a:solidFill>
            </a:endParaRP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8573BBF5-883D-9EBE-0B43-265AAC2F1C02}"/>
              </a:ext>
            </a:extLst>
          </p:cNvPr>
          <p:cNvSpPr txBox="1"/>
          <p:nvPr/>
        </p:nvSpPr>
        <p:spPr>
          <a:xfrm>
            <a:off x="2182724" y="4485304"/>
            <a:ext cx="1527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b="1" dirty="0"/>
              <a:t>トーナメント</a:t>
            </a:r>
            <a:endParaRPr lang="en-US" altLang="ja-JP" sz="1000" dirty="0"/>
          </a:p>
          <a:p>
            <a:pPr algn="ctr"/>
            <a:r>
              <a:rPr lang="en-US" altLang="ja-JP" sz="800" dirty="0">
                <a:solidFill>
                  <a:schemeClr val="accent1"/>
                </a:solidFill>
              </a:rPr>
              <a:t>/event/:id/:cls/tournament</a:t>
            </a:r>
            <a:endParaRPr kumimoji="1" lang="ja-JP" altLang="en-US" sz="800" dirty="0">
              <a:solidFill>
                <a:schemeClr val="accent1"/>
              </a:solidFill>
            </a:endParaRPr>
          </a:p>
        </p:txBody>
      </p: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96CE08B6-2366-680F-6017-4A21A96F7C37}"/>
              </a:ext>
            </a:extLst>
          </p:cNvPr>
          <p:cNvCxnSpPr>
            <a:cxnSpLocks/>
          </p:cNvCxnSpPr>
          <p:nvPr/>
        </p:nvCxnSpPr>
        <p:spPr>
          <a:xfrm>
            <a:off x="2027586" y="3124746"/>
            <a:ext cx="35707" cy="2175551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直線コネクタ 108">
            <a:extLst>
              <a:ext uri="{FF2B5EF4-FFF2-40B4-BE49-F238E27FC236}">
                <a16:creationId xmlns:a16="http://schemas.microsoft.com/office/drawing/2014/main" id="{6AA85AE8-FBC3-E789-1142-FDD0042B6E54}"/>
              </a:ext>
            </a:extLst>
          </p:cNvPr>
          <p:cNvCxnSpPr>
            <a:cxnSpLocks/>
          </p:cNvCxnSpPr>
          <p:nvPr/>
        </p:nvCxnSpPr>
        <p:spPr>
          <a:xfrm>
            <a:off x="1634639" y="3143593"/>
            <a:ext cx="410397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直線コネクタ 112">
            <a:extLst>
              <a:ext uri="{FF2B5EF4-FFF2-40B4-BE49-F238E27FC236}">
                <a16:creationId xmlns:a16="http://schemas.microsoft.com/office/drawing/2014/main" id="{482F39B4-1BB7-3F94-D773-9A40B37E1A16}"/>
              </a:ext>
            </a:extLst>
          </p:cNvPr>
          <p:cNvCxnSpPr>
            <a:cxnSpLocks/>
          </p:cNvCxnSpPr>
          <p:nvPr/>
        </p:nvCxnSpPr>
        <p:spPr>
          <a:xfrm>
            <a:off x="1634639" y="5337338"/>
            <a:ext cx="943852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E6F584C6-633D-BF62-4676-038C0D3CE1A1}"/>
              </a:ext>
            </a:extLst>
          </p:cNvPr>
          <p:cNvCxnSpPr>
            <a:cxnSpLocks/>
          </p:cNvCxnSpPr>
          <p:nvPr/>
        </p:nvCxnSpPr>
        <p:spPr>
          <a:xfrm>
            <a:off x="2136761" y="3696854"/>
            <a:ext cx="18349" cy="1300018"/>
          </a:xfrm>
          <a:prstGeom prst="straightConnector1">
            <a:avLst/>
          </a:prstGeom>
          <a:ln>
            <a:solidFill>
              <a:schemeClr val="accent5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BEAD76D5-F7ED-890C-310C-909F17D14067}"/>
              </a:ext>
            </a:extLst>
          </p:cNvPr>
          <p:cNvSpPr txBox="1"/>
          <p:nvPr/>
        </p:nvSpPr>
        <p:spPr>
          <a:xfrm>
            <a:off x="2114699" y="3919035"/>
            <a:ext cx="126188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 dirty="0">
                <a:solidFill>
                  <a:schemeClr val="accent5"/>
                </a:solidFill>
              </a:rPr>
              <a:t>クラスごとに</a:t>
            </a:r>
            <a:endParaRPr kumimoji="1" lang="en-US" altLang="ja-JP" sz="1050" dirty="0">
              <a:solidFill>
                <a:schemeClr val="accent5"/>
              </a:solidFill>
            </a:endParaRPr>
          </a:p>
          <a:p>
            <a:r>
              <a:rPr kumimoji="1" lang="ja-JP" altLang="en-US" sz="1050" dirty="0">
                <a:solidFill>
                  <a:schemeClr val="accent5"/>
                </a:solidFill>
              </a:rPr>
              <a:t>ポーリングで</a:t>
            </a:r>
            <a:r>
              <a:rPr lang="ja-JP" altLang="en-US" sz="1050" dirty="0">
                <a:solidFill>
                  <a:schemeClr val="accent5"/>
                </a:solidFill>
              </a:rPr>
              <a:t>配信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pic>
        <p:nvPicPr>
          <p:cNvPr id="124" name="図 123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3DF5C88A-FF05-DB48-28F6-0DAB2DAD1FE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818" y="1594711"/>
            <a:ext cx="417049" cy="417049"/>
          </a:xfrm>
          <a:prstGeom prst="rect">
            <a:avLst/>
          </a:prstGeom>
        </p:spPr>
      </p:pic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DE43EB6C-BE8B-E123-3C39-91FB3DDB032B}"/>
              </a:ext>
            </a:extLst>
          </p:cNvPr>
          <p:cNvSpPr txBox="1"/>
          <p:nvPr/>
        </p:nvSpPr>
        <p:spPr>
          <a:xfrm>
            <a:off x="3196155" y="1619492"/>
            <a:ext cx="1640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b="1" dirty="0"/>
              <a:t>スケジュールデータ</a:t>
            </a:r>
            <a:endParaRPr lang="en-US" altLang="ja-JP" sz="1000" dirty="0"/>
          </a:p>
          <a:p>
            <a:r>
              <a:rPr lang="en-US" altLang="ja-JP" sz="800" dirty="0">
                <a:solidFill>
                  <a:schemeClr val="accent1"/>
                </a:solidFill>
              </a:rPr>
              <a:t>/data/:id/</a:t>
            </a:r>
            <a:r>
              <a:rPr kumimoji="1" lang="en-US" altLang="ja-JP" sz="800" dirty="0">
                <a:solidFill>
                  <a:schemeClr val="accent1"/>
                </a:solidFill>
              </a:rPr>
              <a:t>schedule.json</a:t>
            </a:r>
            <a:endParaRPr kumimoji="1" lang="ja-JP" altLang="en-US" sz="800" dirty="0">
              <a:solidFill>
                <a:schemeClr val="accent1"/>
              </a:solidFill>
            </a:endParaRPr>
          </a:p>
        </p:txBody>
      </p:sp>
      <p:pic>
        <p:nvPicPr>
          <p:cNvPr id="126" name="図 125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1D3A0E20-4123-E791-4909-A47347D8103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818" y="2028820"/>
            <a:ext cx="417049" cy="417049"/>
          </a:xfrm>
          <a:prstGeom prst="rect">
            <a:avLst/>
          </a:prstGeom>
        </p:spPr>
      </p:pic>
      <p:sp>
        <p:nvSpPr>
          <p:cNvPr id="127" name="テキスト ボックス 126">
            <a:extLst>
              <a:ext uri="{FF2B5EF4-FFF2-40B4-BE49-F238E27FC236}">
                <a16:creationId xmlns:a16="http://schemas.microsoft.com/office/drawing/2014/main" id="{0E13BC64-5056-0854-DEED-91E715AF4C9A}"/>
              </a:ext>
            </a:extLst>
          </p:cNvPr>
          <p:cNvSpPr txBox="1"/>
          <p:nvPr/>
        </p:nvSpPr>
        <p:spPr>
          <a:xfrm>
            <a:off x="3196155" y="2053601"/>
            <a:ext cx="1640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b="1" dirty="0"/>
              <a:t>プレイヤーデータ</a:t>
            </a:r>
            <a:endParaRPr lang="en-US" altLang="ja-JP" sz="1000" dirty="0"/>
          </a:p>
          <a:p>
            <a:r>
              <a:rPr lang="en-US" altLang="ja-JP" sz="800" dirty="0">
                <a:solidFill>
                  <a:schemeClr val="accent1"/>
                </a:solidFill>
              </a:rPr>
              <a:t>/data/:id/player</a:t>
            </a:r>
            <a:r>
              <a:rPr kumimoji="1" lang="en-US" altLang="ja-JP" sz="800" dirty="0">
                <a:solidFill>
                  <a:schemeClr val="accent1"/>
                </a:solidFill>
              </a:rPr>
              <a:t>.json</a:t>
            </a:r>
            <a:endParaRPr kumimoji="1" lang="ja-JP" altLang="en-US" sz="800" dirty="0">
              <a:solidFill>
                <a:schemeClr val="accent1"/>
              </a:solidFill>
            </a:endParaRPr>
          </a:p>
        </p:txBody>
      </p:sp>
      <p:pic>
        <p:nvPicPr>
          <p:cNvPr id="128" name="図 127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C0E5B5AB-0801-383D-A5D2-35BAB701069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4666" y="1179577"/>
            <a:ext cx="417049" cy="417049"/>
          </a:xfrm>
          <a:prstGeom prst="rect">
            <a:avLst/>
          </a:prstGeom>
        </p:spPr>
      </p:pic>
      <p:sp>
        <p:nvSpPr>
          <p:cNvPr id="129" name="テキスト ボックス 128">
            <a:extLst>
              <a:ext uri="{FF2B5EF4-FFF2-40B4-BE49-F238E27FC236}">
                <a16:creationId xmlns:a16="http://schemas.microsoft.com/office/drawing/2014/main" id="{FD97A9DF-BA2E-57A1-FBA3-C5C171DC4B01}"/>
              </a:ext>
            </a:extLst>
          </p:cNvPr>
          <p:cNvSpPr txBox="1"/>
          <p:nvPr/>
        </p:nvSpPr>
        <p:spPr>
          <a:xfrm>
            <a:off x="3196155" y="1196984"/>
            <a:ext cx="1133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b="1" dirty="0"/>
              <a:t>大会データ</a:t>
            </a:r>
            <a:endParaRPr lang="en-US" altLang="ja-JP" sz="1000" dirty="0"/>
          </a:p>
          <a:p>
            <a:r>
              <a:rPr lang="en-US" altLang="ja-JP" sz="800" dirty="0">
                <a:solidFill>
                  <a:schemeClr val="accent1"/>
                </a:solidFill>
              </a:rPr>
              <a:t>/data/:id/init</a:t>
            </a:r>
            <a:r>
              <a:rPr kumimoji="1" lang="en-US" altLang="ja-JP" sz="800" dirty="0">
                <a:solidFill>
                  <a:schemeClr val="accent1"/>
                </a:solidFill>
              </a:rPr>
              <a:t>.json</a:t>
            </a:r>
            <a:endParaRPr kumimoji="1" lang="ja-JP" altLang="en-US" sz="800" dirty="0">
              <a:solidFill>
                <a:schemeClr val="accent1"/>
              </a:solidFill>
            </a:endParaRPr>
          </a:p>
        </p:txBody>
      </p:sp>
      <p:sp>
        <p:nvSpPr>
          <p:cNvPr id="130" name="テキスト ボックス 129">
            <a:extLst>
              <a:ext uri="{FF2B5EF4-FFF2-40B4-BE49-F238E27FC236}">
                <a16:creationId xmlns:a16="http://schemas.microsoft.com/office/drawing/2014/main" id="{1A7BB254-CF0F-3BC8-8CAD-1C5D382E95A4}"/>
              </a:ext>
            </a:extLst>
          </p:cNvPr>
          <p:cNvSpPr txBox="1"/>
          <p:nvPr/>
        </p:nvSpPr>
        <p:spPr>
          <a:xfrm>
            <a:off x="470058" y="267515"/>
            <a:ext cx="27255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b="1" dirty="0"/>
              <a:t>B-SYSTEM</a:t>
            </a:r>
            <a:r>
              <a:rPr lang="ja-JP" altLang="en-US" sz="2000" b="1" dirty="0"/>
              <a:t> </a:t>
            </a:r>
            <a:r>
              <a:rPr kumimoji="1" lang="ja-JP" altLang="en-US" sz="2000" b="1" dirty="0"/>
              <a:t>設計概要</a:t>
            </a:r>
            <a:endParaRPr kumimoji="1" lang="ja-JP" altLang="en-US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865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1A8D2-8D09-38FF-66B1-A7AF009EF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図 26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9B0EEB55-F865-4318-06F3-EAB9DB34A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342" y="1405062"/>
            <a:ext cx="700500" cy="700500"/>
          </a:xfrm>
          <a:prstGeom prst="rect">
            <a:avLst/>
          </a:prstGeom>
        </p:spPr>
      </p:pic>
      <p:sp>
        <p:nvSpPr>
          <p:cNvPr id="18" name="二等辺三角形 17">
            <a:extLst>
              <a:ext uri="{FF2B5EF4-FFF2-40B4-BE49-F238E27FC236}">
                <a16:creationId xmlns:a16="http://schemas.microsoft.com/office/drawing/2014/main" id="{14416426-EDFD-2591-2375-C783DD230329}"/>
              </a:ext>
            </a:extLst>
          </p:cNvPr>
          <p:cNvSpPr/>
          <p:nvPr/>
        </p:nvSpPr>
        <p:spPr>
          <a:xfrm>
            <a:off x="9853255" y="2319612"/>
            <a:ext cx="766618" cy="600364"/>
          </a:xfrm>
          <a:prstGeom prst="triangl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8892D42D-0FB0-870D-E076-F297207043CF}"/>
              </a:ext>
            </a:extLst>
          </p:cNvPr>
          <p:cNvSpPr/>
          <p:nvPr/>
        </p:nvSpPr>
        <p:spPr>
          <a:xfrm>
            <a:off x="9113326" y="1373649"/>
            <a:ext cx="2246477" cy="1293091"/>
          </a:xfrm>
          <a:prstGeom prst="roundRect">
            <a:avLst>
              <a:gd name="adj" fmla="val 4988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00DD6548-10D7-1C53-920B-1E079E4C5E06}"/>
              </a:ext>
            </a:extLst>
          </p:cNvPr>
          <p:cNvSpPr/>
          <p:nvPr/>
        </p:nvSpPr>
        <p:spPr>
          <a:xfrm>
            <a:off x="5506147" y="1425203"/>
            <a:ext cx="1659497" cy="951370"/>
          </a:xfrm>
          <a:prstGeom prst="roundRect">
            <a:avLst>
              <a:gd name="adj" fmla="val 855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96529E9-DD72-2471-4D47-202601293D06}"/>
              </a:ext>
            </a:extLst>
          </p:cNvPr>
          <p:cNvSpPr txBox="1"/>
          <p:nvPr/>
        </p:nvSpPr>
        <p:spPr>
          <a:xfrm>
            <a:off x="1686382" y="139177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</a:rPr>
              <a:t>サーバー</a:t>
            </a:r>
            <a:endParaRPr kumimoji="1" lang="ja-JP" altLang="en-US" sz="1050" dirty="0">
              <a:solidFill>
                <a:schemeClr val="bg1"/>
              </a:solidFill>
            </a:endParaRPr>
          </a:p>
        </p:txBody>
      </p:sp>
      <p:pic>
        <p:nvPicPr>
          <p:cNvPr id="8" name="図 7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C91AA987-11C4-1D06-D4BD-B3F153F38B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551" y="1507253"/>
            <a:ext cx="1464688" cy="787269"/>
          </a:xfrm>
          <a:prstGeom prst="rect">
            <a:avLst/>
          </a:prstGeom>
        </p:spPr>
      </p:pic>
      <p:pic>
        <p:nvPicPr>
          <p:cNvPr id="10" name="図 9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0BA534CE-BC79-5752-928C-C34FC08E96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377" y="1467545"/>
            <a:ext cx="2056376" cy="1105302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74810DA-0367-E0E5-B8BC-0CCAA5C70254}"/>
              </a:ext>
            </a:extLst>
          </p:cNvPr>
          <p:cNvSpPr txBox="1"/>
          <p:nvPr/>
        </p:nvSpPr>
        <p:spPr>
          <a:xfrm>
            <a:off x="5119571" y="953835"/>
            <a:ext cx="243264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b="1" dirty="0"/>
              <a:t>スコアボード操作</a:t>
            </a:r>
            <a:endParaRPr kumimoji="1" lang="en-US" altLang="ja-JP" sz="800" b="1" dirty="0"/>
          </a:p>
          <a:p>
            <a:pPr algn="ctr"/>
            <a:r>
              <a:rPr lang="en-US" altLang="ja-JP" sz="900" dirty="0">
                <a:solidFill>
                  <a:schemeClr val="accent1"/>
                </a:solidFill>
              </a:rPr>
              <a:t>/event/:id/court/:court/scoreboard?p=ctrl</a:t>
            </a:r>
            <a:endParaRPr kumimoji="1" lang="ja-JP" altLang="en-US" sz="1050" dirty="0">
              <a:solidFill>
                <a:schemeClr val="accent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F7B628A-399C-1B94-F502-5F7C5626BFBB}"/>
              </a:ext>
            </a:extLst>
          </p:cNvPr>
          <p:cNvSpPr txBox="1"/>
          <p:nvPr/>
        </p:nvSpPr>
        <p:spPr>
          <a:xfrm>
            <a:off x="9020240" y="958151"/>
            <a:ext cx="254731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b="1" dirty="0"/>
              <a:t>スコアボード表示</a:t>
            </a:r>
            <a:endParaRPr kumimoji="1" lang="en-US" altLang="ja-JP" sz="1200" b="1" dirty="0"/>
          </a:p>
          <a:p>
            <a:pPr algn="ctr"/>
            <a:r>
              <a:rPr lang="en-US" altLang="ja-JP" sz="900" dirty="0">
                <a:solidFill>
                  <a:schemeClr val="accent1"/>
                </a:solidFill>
              </a:rPr>
              <a:t>/event/:id/court/:court/scoreboard?p=view</a:t>
            </a:r>
            <a:endParaRPr kumimoji="1" lang="ja-JP" altLang="en-US" sz="1050" dirty="0">
              <a:solidFill>
                <a:schemeClr val="accent1"/>
              </a:solidFill>
            </a:endParaRP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82FDB155-BECA-04FC-868A-B4ED9E245EC6}"/>
              </a:ext>
            </a:extLst>
          </p:cNvPr>
          <p:cNvCxnSpPr>
            <a:cxnSpLocks/>
          </p:cNvCxnSpPr>
          <p:nvPr/>
        </p:nvCxnSpPr>
        <p:spPr>
          <a:xfrm>
            <a:off x="7531178" y="2020194"/>
            <a:ext cx="1180707" cy="0"/>
          </a:xfrm>
          <a:prstGeom prst="straightConnector1">
            <a:avLst/>
          </a:prstGeom>
          <a:ln>
            <a:solidFill>
              <a:schemeClr val="accent5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4655AD3-AD48-CCBD-ECF2-FD748C16A971}"/>
              </a:ext>
            </a:extLst>
          </p:cNvPr>
          <p:cNvSpPr txBox="1"/>
          <p:nvPr/>
        </p:nvSpPr>
        <p:spPr>
          <a:xfrm>
            <a:off x="7389119" y="2105562"/>
            <a:ext cx="144462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>
                <a:solidFill>
                  <a:schemeClr val="accent5"/>
                </a:solidFill>
              </a:rPr>
              <a:t>Local Storage</a:t>
            </a:r>
            <a:r>
              <a:rPr kumimoji="1" lang="ja-JP" altLang="en-US" sz="1050" dirty="0">
                <a:solidFill>
                  <a:schemeClr val="accent5"/>
                </a:solidFill>
              </a:rPr>
              <a:t>で配信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A00D9442-F1D6-E484-95DE-3EECBFD51EC9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7165644" y="1900888"/>
            <a:ext cx="1947682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E35E2FA-AAD3-0870-78EE-01BEBC25117F}"/>
              </a:ext>
            </a:extLst>
          </p:cNvPr>
          <p:cNvSpPr txBox="1"/>
          <p:nvPr/>
        </p:nvSpPr>
        <p:spPr>
          <a:xfrm>
            <a:off x="7767892" y="1622352"/>
            <a:ext cx="7029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50" dirty="0"/>
              <a:t>有線</a:t>
            </a:r>
            <a:endParaRPr kumimoji="1" lang="ja-JP" altLang="en-US" sz="1400" dirty="0">
              <a:solidFill>
                <a:schemeClr val="accent1"/>
              </a:solidFill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BDEA3DE-8A3B-9BED-18AB-DED7E3ECB502}"/>
              </a:ext>
            </a:extLst>
          </p:cNvPr>
          <p:cNvSpPr txBox="1"/>
          <p:nvPr/>
        </p:nvSpPr>
        <p:spPr>
          <a:xfrm>
            <a:off x="470058" y="1005742"/>
            <a:ext cx="243264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b="1" dirty="0"/>
              <a:t>大会管理画面</a:t>
            </a:r>
            <a:endParaRPr kumimoji="1" lang="en-US" altLang="ja-JP" sz="1200" b="1" dirty="0"/>
          </a:p>
          <a:p>
            <a:pPr algn="ctr"/>
            <a:r>
              <a:rPr lang="en-US" altLang="ja-JP" sz="900" dirty="0">
                <a:solidFill>
                  <a:schemeClr val="accent1"/>
                </a:solidFill>
              </a:rPr>
              <a:t>/data/:id/control</a:t>
            </a:r>
            <a:endParaRPr kumimoji="1" lang="ja-JP" altLang="en-US" sz="1050" dirty="0">
              <a:solidFill>
                <a:schemeClr val="accent1"/>
              </a:solidFill>
            </a:endParaRPr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04E091FE-BB70-E822-63A2-5CAD4B9EF82C}"/>
              </a:ext>
            </a:extLst>
          </p:cNvPr>
          <p:cNvCxnSpPr>
            <a:cxnSpLocks/>
            <a:stCxn id="85" idx="3"/>
            <a:endCxn id="15" idx="1"/>
          </p:cNvCxnSpPr>
          <p:nvPr/>
        </p:nvCxnSpPr>
        <p:spPr>
          <a:xfrm>
            <a:off x="2277783" y="1897701"/>
            <a:ext cx="3228364" cy="3187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16C5C60A-AA86-8BE0-F758-EE08594E65AC}"/>
              </a:ext>
            </a:extLst>
          </p:cNvPr>
          <p:cNvSpPr txBox="1"/>
          <p:nvPr/>
        </p:nvSpPr>
        <p:spPr>
          <a:xfrm>
            <a:off x="3528287" y="1622352"/>
            <a:ext cx="145708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50" dirty="0"/>
              <a:t>無線 </a:t>
            </a:r>
            <a:r>
              <a:rPr kumimoji="1" lang="en-US" altLang="ja-JP" sz="1050" dirty="0"/>
              <a:t>or Internet</a:t>
            </a:r>
            <a:r>
              <a:rPr kumimoji="1" lang="ja-JP" altLang="en-US" sz="1050" dirty="0"/>
              <a:t>経由</a:t>
            </a:r>
            <a:endParaRPr kumimoji="1" lang="ja-JP" altLang="en-US" sz="1400" dirty="0">
              <a:solidFill>
                <a:schemeClr val="accent1"/>
              </a:solidFill>
            </a:endParaRP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854F8593-E0CB-9AE4-171D-163CADAE384C}"/>
              </a:ext>
            </a:extLst>
          </p:cNvPr>
          <p:cNvCxnSpPr>
            <a:cxnSpLocks/>
          </p:cNvCxnSpPr>
          <p:nvPr/>
        </p:nvCxnSpPr>
        <p:spPr>
          <a:xfrm>
            <a:off x="3463405" y="2112606"/>
            <a:ext cx="1180707" cy="0"/>
          </a:xfrm>
          <a:prstGeom prst="straightConnector1">
            <a:avLst/>
          </a:prstGeom>
          <a:ln>
            <a:solidFill>
              <a:schemeClr val="accent5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E5A8D2A-491B-2FEB-7002-E1A7B199A953}"/>
              </a:ext>
            </a:extLst>
          </p:cNvPr>
          <p:cNvSpPr txBox="1"/>
          <p:nvPr/>
        </p:nvSpPr>
        <p:spPr>
          <a:xfrm>
            <a:off x="3162886" y="2146718"/>
            <a:ext cx="206979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50" dirty="0">
                <a:solidFill>
                  <a:schemeClr val="accent5"/>
                </a:solidFill>
              </a:rPr>
              <a:t>コートごとに</a:t>
            </a:r>
            <a:r>
              <a:rPr kumimoji="1" lang="ja-JP" altLang="en-US" sz="1050" dirty="0">
                <a:solidFill>
                  <a:schemeClr val="accent5"/>
                </a:solidFill>
              </a:rPr>
              <a:t>ポーリングで同期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82B54973-A468-6AA0-602C-1F446CCBD701}"/>
              </a:ext>
            </a:extLst>
          </p:cNvPr>
          <p:cNvSpPr txBox="1"/>
          <p:nvPr/>
        </p:nvSpPr>
        <p:spPr>
          <a:xfrm>
            <a:off x="7313963" y="2367171"/>
            <a:ext cx="1704313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050" dirty="0">
                <a:solidFill>
                  <a:schemeClr val="accent5"/>
                </a:solidFill>
              </a:rPr>
              <a:t>セクション（エンド）</a:t>
            </a:r>
            <a:endParaRPr kumimoji="1" lang="en-US" altLang="ja-JP" sz="105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050" dirty="0">
                <a:solidFill>
                  <a:schemeClr val="accent5"/>
                </a:solidFill>
              </a:rPr>
              <a:t>プレイヤー名</a:t>
            </a:r>
            <a:endParaRPr kumimoji="1" lang="en-US" altLang="ja-JP" sz="105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050" dirty="0">
                <a:solidFill>
                  <a:schemeClr val="accent5"/>
                </a:solidFill>
              </a:rPr>
              <a:t>スコア</a:t>
            </a:r>
            <a:endParaRPr lang="en-US" altLang="ja-JP" sz="105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050" dirty="0">
                <a:solidFill>
                  <a:schemeClr val="accent5"/>
                </a:solidFill>
              </a:rPr>
              <a:t>タイマー</a:t>
            </a:r>
            <a:endParaRPr kumimoji="1" lang="en-US" altLang="ja-JP" sz="105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050" dirty="0">
                <a:solidFill>
                  <a:schemeClr val="accent5"/>
                </a:solidFill>
              </a:rPr>
              <a:t>ボール数</a:t>
            </a:r>
            <a:endParaRPr lang="en-US" altLang="ja-JP" sz="105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050" dirty="0">
                <a:solidFill>
                  <a:schemeClr val="accent5"/>
                </a:solidFill>
              </a:rPr>
              <a:t>勝敗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ECBC1102-3503-66C8-94C7-D234E919C915}"/>
              </a:ext>
            </a:extLst>
          </p:cNvPr>
          <p:cNvSpPr txBox="1"/>
          <p:nvPr/>
        </p:nvSpPr>
        <p:spPr>
          <a:xfrm>
            <a:off x="3478576" y="2403598"/>
            <a:ext cx="170431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050" dirty="0">
                <a:solidFill>
                  <a:schemeClr val="accent5"/>
                </a:solidFill>
              </a:rPr>
              <a:t>セクション（エンド）</a:t>
            </a:r>
            <a:endParaRPr kumimoji="1" lang="en-US" altLang="ja-JP" sz="105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050" dirty="0">
                <a:solidFill>
                  <a:schemeClr val="accent5"/>
                </a:solidFill>
              </a:rPr>
              <a:t>プレイヤー名</a:t>
            </a:r>
            <a:endParaRPr kumimoji="1" lang="en-US" altLang="ja-JP" sz="105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050" dirty="0">
                <a:solidFill>
                  <a:schemeClr val="accent5"/>
                </a:solidFill>
              </a:rPr>
              <a:t>スコア</a:t>
            </a:r>
            <a:endParaRPr lang="en-US" altLang="ja-JP" sz="105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050" dirty="0">
                <a:solidFill>
                  <a:schemeClr val="accent5"/>
                </a:solidFill>
              </a:rPr>
              <a:t>勝敗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F6DD863D-6E79-7250-44C0-360595EF960C}"/>
              </a:ext>
            </a:extLst>
          </p:cNvPr>
          <p:cNvSpPr txBox="1"/>
          <p:nvPr/>
        </p:nvSpPr>
        <p:spPr>
          <a:xfrm>
            <a:off x="1162192" y="2076973"/>
            <a:ext cx="186090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100" b="1" dirty="0"/>
              <a:t>試合進行データ</a:t>
            </a:r>
            <a:endParaRPr lang="en-US" altLang="ja-JP" sz="1100" dirty="0"/>
          </a:p>
          <a:p>
            <a:pPr algn="ctr"/>
            <a:r>
              <a:rPr lang="en-US" altLang="ja-JP" sz="800" dirty="0">
                <a:solidFill>
                  <a:schemeClr val="accent1"/>
                </a:solidFill>
              </a:rPr>
              <a:t>/data/:id/courts/:court/game.json</a:t>
            </a:r>
            <a:endParaRPr lang="ja-JP" altLang="en-US" sz="800" dirty="0">
              <a:solidFill>
                <a:schemeClr val="accent1"/>
              </a:solidFill>
            </a:endParaRPr>
          </a:p>
        </p:txBody>
      </p:sp>
      <p:pic>
        <p:nvPicPr>
          <p:cNvPr id="85" name="図 84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6894FC5B-A1DB-B2C2-1802-042937BC8B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734" y="1689176"/>
            <a:ext cx="417049" cy="417049"/>
          </a:xfrm>
          <a:prstGeom prst="rect">
            <a:avLst/>
          </a:prstGeom>
        </p:spPr>
      </p:pic>
      <p:sp>
        <p:nvSpPr>
          <p:cNvPr id="130" name="テキスト ボックス 129">
            <a:extLst>
              <a:ext uri="{FF2B5EF4-FFF2-40B4-BE49-F238E27FC236}">
                <a16:creationId xmlns:a16="http://schemas.microsoft.com/office/drawing/2014/main" id="{2090F9E2-0030-AB88-DDE4-84BF7E6570E2}"/>
              </a:ext>
            </a:extLst>
          </p:cNvPr>
          <p:cNvSpPr txBox="1"/>
          <p:nvPr/>
        </p:nvSpPr>
        <p:spPr>
          <a:xfrm>
            <a:off x="470058" y="267515"/>
            <a:ext cx="27255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b="1" dirty="0"/>
              <a:t>B-SYSTEM</a:t>
            </a:r>
            <a:r>
              <a:rPr lang="ja-JP" altLang="en-US" sz="2000" b="1" dirty="0"/>
              <a:t> </a:t>
            </a:r>
            <a:r>
              <a:rPr kumimoji="1" lang="ja-JP" altLang="en-US" sz="2000" b="1" dirty="0"/>
              <a:t>設計概要</a:t>
            </a:r>
            <a:endParaRPr kumimoji="1" lang="ja-JP" altLang="en-US" sz="1600" dirty="0">
              <a:solidFill>
                <a:schemeClr val="accent1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9BFDBEF-C966-DD9D-DF0F-6677A80AB779}"/>
              </a:ext>
            </a:extLst>
          </p:cNvPr>
          <p:cNvSpPr txBox="1"/>
          <p:nvPr/>
        </p:nvSpPr>
        <p:spPr>
          <a:xfrm>
            <a:off x="5400467" y="3436693"/>
            <a:ext cx="2130711" cy="7602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/>
              <a:t>{</a:t>
            </a:r>
          </a:p>
          <a:p>
            <a:r>
              <a:rPr lang="en-US" altLang="ja-JP" sz="800" dirty="0"/>
              <a:t>  "</a:t>
            </a:r>
            <a:r>
              <a:rPr lang="en-US" altLang="ja-JP" sz="800" dirty="0" err="1"/>
              <a:t>courtId</a:t>
            </a:r>
            <a:r>
              <a:rPr lang="en-US" altLang="ja-JP" sz="800" dirty="0"/>
              <a:t>": "A",</a:t>
            </a:r>
          </a:p>
          <a:p>
            <a:r>
              <a:rPr lang="en-US" altLang="ja-JP" sz="800" dirty="0"/>
              <a:t>  "class": "FRD",</a:t>
            </a:r>
          </a:p>
          <a:p>
            <a:r>
              <a:rPr lang="en-US" altLang="ja-JP" sz="800" dirty="0"/>
              <a:t>  "</a:t>
            </a:r>
            <a:r>
              <a:rPr lang="en-US" altLang="ja-JP" sz="800" dirty="0" err="1"/>
              <a:t>matchID</a:t>
            </a:r>
            <a:r>
              <a:rPr lang="en-US" altLang="ja-JP" sz="800" dirty="0"/>
              <a:t>": "",</a:t>
            </a:r>
          </a:p>
          <a:p>
            <a:r>
              <a:rPr lang="en-US" altLang="ja-JP" sz="800" dirty="0"/>
              <a:t>  "match": {</a:t>
            </a:r>
          </a:p>
          <a:p>
            <a:r>
              <a:rPr lang="en-US" altLang="ja-JP" sz="800" dirty="0"/>
              <a:t>    "ends": 4,</a:t>
            </a:r>
          </a:p>
          <a:p>
            <a:r>
              <a:rPr lang="en-US" altLang="ja-JP" sz="800" dirty="0"/>
              <a:t>    "</a:t>
            </a:r>
            <a:r>
              <a:rPr lang="en-US" altLang="ja-JP" sz="800" dirty="0" err="1"/>
              <a:t>sectionID</a:t>
            </a:r>
            <a:r>
              <a:rPr lang="en-US" altLang="ja-JP" sz="800" dirty="0"/>
              <a:t>": 2,</a:t>
            </a:r>
          </a:p>
          <a:p>
            <a:r>
              <a:rPr lang="en-US" altLang="ja-JP" sz="800" dirty="0"/>
              <a:t>    "</a:t>
            </a:r>
            <a:r>
              <a:rPr lang="en-US" altLang="ja-JP" sz="800" dirty="0" err="1"/>
              <a:t>confirmColor</a:t>
            </a:r>
            <a:r>
              <a:rPr lang="en-US" altLang="ja-JP" sz="800" dirty="0"/>
              <a:t>": false,</a:t>
            </a:r>
          </a:p>
          <a:p>
            <a:r>
              <a:rPr lang="en-US" altLang="ja-JP" sz="800" dirty="0"/>
              <a:t>    "section": [</a:t>
            </a:r>
          </a:p>
          <a:p>
            <a:r>
              <a:rPr lang="en-US" altLang="ja-JP" sz="800" dirty="0"/>
              <a:t>      "standby",</a:t>
            </a:r>
          </a:p>
          <a:p>
            <a:r>
              <a:rPr lang="en-US" altLang="ja-JP" sz="800" dirty="0"/>
              <a:t>      "warmup",</a:t>
            </a:r>
          </a:p>
          <a:p>
            <a:r>
              <a:rPr lang="en-US" altLang="ja-JP" sz="800" dirty="0"/>
              <a:t>      "end1",</a:t>
            </a:r>
          </a:p>
          <a:p>
            <a:r>
              <a:rPr lang="en-US" altLang="ja-JP" sz="800" dirty="0"/>
              <a:t>      "interval",</a:t>
            </a:r>
          </a:p>
          <a:p>
            <a:r>
              <a:rPr lang="en-US" altLang="ja-JP" sz="800" dirty="0"/>
              <a:t>      "end2",</a:t>
            </a:r>
          </a:p>
          <a:p>
            <a:r>
              <a:rPr lang="en-US" altLang="ja-JP" sz="800" dirty="0"/>
              <a:t>      "interval",</a:t>
            </a:r>
          </a:p>
          <a:p>
            <a:r>
              <a:rPr lang="en-US" altLang="ja-JP" sz="800" dirty="0"/>
              <a:t>      "end3",</a:t>
            </a:r>
          </a:p>
          <a:p>
            <a:r>
              <a:rPr lang="en-US" altLang="ja-JP" sz="800" dirty="0"/>
              <a:t>      "interval",</a:t>
            </a:r>
          </a:p>
          <a:p>
            <a:r>
              <a:rPr lang="en-US" altLang="ja-JP" sz="800" dirty="0"/>
              <a:t>      "end4",</a:t>
            </a:r>
          </a:p>
          <a:p>
            <a:r>
              <a:rPr lang="en-US" altLang="ja-JP" sz="800" dirty="0"/>
              <a:t>      "</a:t>
            </a:r>
            <a:r>
              <a:rPr lang="en-US" altLang="ja-JP" sz="800" dirty="0" err="1"/>
              <a:t>finalShot</a:t>
            </a:r>
            <a:r>
              <a:rPr lang="en-US" altLang="ja-JP" sz="800" dirty="0"/>
              <a:t>",</a:t>
            </a:r>
          </a:p>
          <a:p>
            <a:r>
              <a:rPr lang="en-US" altLang="ja-JP" sz="800" dirty="0"/>
              <a:t>      "</a:t>
            </a:r>
            <a:r>
              <a:rPr lang="en-US" altLang="ja-JP" sz="800" dirty="0" err="1"/>
              <a:t>matchFinished</a:t>
            </a:r>
            <a:r>
              <a:rPr lang="en-US" altLang="ja-JP" sz="800" dirty="0"/>
              <a:t>"</a:t>
            </a:r>
          </a:p>
          <a:p>
            <a:r>
              <a:rPr lang="en-US" altLang="ja-JP" sz="800" dirty="0"/>
              <a:t>    ]</a:t>
            </a:r>
          </a:p>
          <a:p>
            <a:r>
              <a:rPr lang="en-US" altLang="ja-JP" sz="800" dirty="0"/>
              <a:t>  },</a:t>
            </a:r>
          </a:p>
          <a:p>
            <a:r>
              <a:rPr lang="en-US" altLang="ja-JP" sz="800" dirty="0"/>
              <a:t>  "warmup": {</a:t>
            </a:r>
          </a:p>
          <a:p>
            <a:r>
              <a:rPr lang="en-US" altLang="ja-JP" sz="800" dirty="0"/>
              <a:t>    "limit": 120000,</a:t>
            </a:r>
          </a:p>
          <a:p>
            <a:r>
              <a:rPr lang="en-US" altLang="ja-JP" sz="800" dirty="0"/>
              <a:t>    "time": 120000,</a:t>
            </a:r>
          </a:p>
          <a:p>
            <a:r>
              <a:rPr lang="en-US" altLang="ja-JP" sz="800" dirty="0"/>
              <a:t>    "</a:t>
            </a:r>
            <a:r>
              <a:rPr lang="en-US" altLang="ja-JP" sz="800" dirty="0" err="1"/>
              <a:t>isRun</a:t>
            </a:r>
            <a:r>
              <a:rPr lang="en-US" altLang="ja-JP" sz="800" dirty="0"/>
              <a:t>": false</a:t>
            </a:r>
          </a:p>
          <a:p>
            <a:r>
              <a:rPr lang="en-US" altLang="ja-JP" sz="800" dirty="0"/>
              <a:t>  },</a:t>
            </a:r>
          </a:p>
          <a:p>
            <a:r>
              <a:rPr lang="en-US" altLang="ja-JP" sz="800" dirty="0"/>
              <a:t>  "interval": {</a:t>
            </a:r>
          </a:p>
          <a:p>
            <a:r>
              <a:rPr lang="en-US" altLang="ja-JP" sz="800" dirty="0"/>
              <a:t>    "limit": 60000,</a:t>
            </a:r>
          </a:p>
          <a:p>
            <a:r>
              <a:rPr lang="en-US" altLang="ja-JP" sz="800" dirty="0"/>
              <a:t>    "time": 60000,</a:t>
            </a:r>
          </a:p>
          <a:p>
            <a:r>
              <a:rPr lang="en-US" altLang="ja-JP" sz="800" dirty="0"/>
              <a:t>    "</a:t>
            </a:r>
            <a:r>
              <a:rPr lang="en-US" altLang="ja-JP" sz="800" dirty="0" err="1"/>
              <a:t>isRun</a:t>
            </a:r>
            <a:r>
              <a:rPr lang="en-US" altLang="ja-JP" sz="800" dirty="0"/>
              <a:t>": false</a:t>
            </a:r>
          </a:p>
          <a:p>
            <a:r>
              <a:rPr lang="en-US" altLang="ja-JP" sz="800" dirty="0"/>
              <a:t>  },</a:t>
            </a:r>
          </a:p>
          <a:p>
            <a:r>
              <a:rPr lang="en-US" altLang="ja-JP" sz="800" dirty="0"/>
              <a:t>  "red": {</a:t>
            </a:r>
          </a:p>
          <a:p>
            <a:r>
              <a:rPr lang="en-US" altLang="ja-JP" sz="800" dirty="0"/>
              <a:t>    "</a:t>
            </a:r>
            <a:r>
              <a:rPr lang="en-US" altLang="ja-JP" sz="800" dirty="0" err="1"/>
              <a:t>playerID</a:t>
            </a:r>
            <a:r>
              <a:rPr lang="en-US" altLang="ja-JP" sz="800" dirty="0"/>
              <a:t>": "",</a:t>
            </a:r>
          </a:p>
          <a:p>
            <a:r>
              <a:rPr lang="en-US" altLang="ja-JP" sz="800" dirty="0"/>
              <a:t>    "name": "</a:t>
            </a:r>
            <a:r>
              <a:rPr lang="ja-JP" altLang="en-US" sz="800" dirty="0"/>
              <a:t>チーム赤</a:t>
            </a:r>
            <a:r>
              <a:rPr lang="en-US" altLang="ja-JP" sz="800" dirty="0"/>
              <a:t>",</a:t>
            </a:r>
          </a:p>
          <a:p>
            <a:r>
              <a:rPr lang="en-US" altLang="ja-JP" sz="800" dirty="0"/>
              <a:t>    "score": 0,</a:t>
            </a:r>
          </a:p>
          <a:p>
            <a:r>
              <a:rPr lang="en-US" altLang="ja-JP" sz="800" dirty="0"/>
              <a:t>    "scores": [],</a:t>
            </a:r>
          </a:p>
          <a:p>
            <a:r>
              <a:rPr lang="en-US" altLang="ja-JP" sz="800" dirty="0"/>
              <a:t>    "limit": 300000,</a:t>
            </a:r>
          </a:p>
          <a:p>
            <a:r>
              <a:rPr lang="en-US" altLang="ja-JP" sz="800" dirty="0"/>
              <a:t>    "time": 300000,</a:t>
            </a:r>
          </a:p>
          <a:p>
            <a:r>
              <a:rPr lang="en-US" altLang="ja-JP" sz="800" dirty="0"/>
              <a:t>    "</a:t>
            </a:r>
            <a:r>
              <a:rPr lang="en-US" altLang="ja-JP" sz="800" dirty="0" err="1"/>
              <a:t>isRun</a:t>
            </a:r>
            <a:r>
              <a:rPr lang="en-US" altLang="ja-JP" sz="800" dirty="0"/>
              <a:t>": false,</a:t>
            </a:r>
          </a:p>
          <a:p>
            <a:r>
              <a:rPr lang="en-US" altLang="ja-JP" sz="800" dirty="0"/>
              <a:t>    "ball": 7,</a:t>
            </a:r>
          </a:p>
          <a:p>
            <a:r>
              <a:rPr lang="en-US" altLang="ja-JP" sz="800" dirty="0"/>
              <a:t>    "</a:t>
            </a:r>
            <a:r>
              <a:rPr lang="en-US" altLang="ja-JP" sz="800" dirty="0" err="1"/>
              <a:t>tieBreak</a:t>
            </a:r>
            <a:r>
              <a:rPr lang="en-US" altLang="ja-JP" sz="800" dirty="0"/>
              <a:t>": false,</a:t>
            </a:r>
          </a:p>
          <a:p>
            <a:r>
              <a:rPr lang="en-US" altLang="ja-JP" sz="800" dirty="0"/>
              <a:t>    "result": ""</a:t>
            </a:r>
          </a:p>
          <a:p>
            <a:br>
              <a:rPr lang="en-US" altLang="ja-JP" sz="800" dirty="0"/>
            </a:br>
            <a:endParaRPr lang="en-US" altLang="ja-JP" sz="800" dirty="0"/>
          </a:p>
          <a:p>
            <a:r>
              <a:rPr lang="en-US" altLang="ja-JP" sz="800" dirty="0"/>
              <a:t>  },</a:t>
            </a:r>
          </a:p>
          <a:p>
            <a:r>
              <a:rPr lang="en-US" altLang="ja-JP" sz="800" dirty="0"/>
              <a:t>  "blue": {</a:t>
            </a:r>
          </a:p>
          <a:p>
            <a:r>
              <a:rPr lang="en-US" altLang="ja-JP" sz="800" dirty="0"/>
              <a:t>    "</a:t>
            </a:r>
            <a:r>
              <a:rPr lang="en-US" altLang="ja-JP" sz="800" dirty="0" err="1"/>
              <a:t>playerID</a:t>
            </a:r>
            <a:r>
              <a:rPr lang="en-US" altLang="ja-JP" sz="800" dirty="0"/>
              <a:t>": "",</a:t>
            </a:r>
          </a:p>
          <a:p>
            <a:r>
              <a:rPr lang="en-US" altLang="ja-JP" sz="800" dirty="0"/>
              <a:t>    "name": "</a:t>
            </a:r>
            <a:r>
              <a:rPr lang="ja-JP" altLang="en-US" sz="800" dirty="0"/>
              <a:t>チーム青</a:t>
            </a:r>
            <a:r>
              <a:rPr lang="en-US" altLang="ja-JP" sz="800" dirty="0"/>
              <a:t>",</a:t>
            </a:r>
          </a:p>
          <a:p>
            <a:r>
              <a:rPr lang="en-US" altLang="ja-JP" sz="800" dirty="0"/>
              <a:t>    "score": 0,</a:t>
            </a:r>
          </a:p>
          <a:p>
            <a:r>
              <a:rPr lang="en-US" altLang="ja-JP" sz="800" dirty="0"/>
              <a:t>    "scores": [],</a:t>
            </a:r>
          </a:p>
          <a:p>
            <a:r>
              <a:rPr lang="en-US" altLang="ja-JP" sz="800" dirty="0"/>
              <a:t>    "limit": 300000,</a:t>
            </a:r>
          </a:p>
          <a:p>
            <a:r>
              <a:rPr lang="en-US" altLang="ja-JP" sz="800" dirty="0"/>
              <a:t>    "time": 300000,</a:t>
            </a:r>
          </a:p>
          <a:p>
            <a:r>
              <a:rPr lang="en-US" altLang="ja-JP" sz="800" dirty="0"/>
              <a:t>    "</a:t>
            </a:r>
            <a:r>
              <a:rPr lang="en-US" altLang="ja-JP" sz="800" dirty="0" err="1"/>
              <a:t>isRun</a:t>
            </a:r>
            <a:r>
              <a:rPr lang="en-US" altLang="ja-JP" sz="800" dirty="0"/>
              <a:t>": false,</a:t>
            </a:r>
          </a:p>
          <a:p>
            <a:r>
              <a:rPr lang="en-US" altLang="ja-JP" sz="800" dirty="0"/>
              <a:t>    "ball": 6,</a:t>
            </a:r>
          </a:p>
          <a:p>
            <a:r>
              <a:rPr lang="en-US" altLang="ja-JP" sz="800" dirty="0"/>
              <a:t>    "</a:t>
            </a:r>
            <a:r>
              <a:rPr lang="en-US" altLang="ja-JP" sz="800" dirty="0" err="1"/>
              <a:t>tieBreak</a:t>
            </a:r>
            <a:r>
              <a:rPr lang="en-US" altLang="ja-JP" sz="800" dirty="0"/>
              <a:t>": false,</a:t>
            </a:r>
          </a:p>
          <a:p>
            <a:r>
              <a:rPr lang="en-US" altLang="ja-JP" sz="800" dirty="0"/>
              <a:t>    "reset": ""</a:t>
            </a:r>
          </a:p>
          <a:p>
            <a:r>
              <a:rPr lang="en-US" altLang="ja-JP" sz="800" dirty="0"/>
              <a:t>  },</a:t>
            </a:r>
          </a:p>
          <a:p>
            <a:r>
              <a:rPr lang="en-US" altLang="ja-JP" sz="800" dirty="0"/>
              <a:t>  "</a:t>
            </a:r>
            <a:r>
              <a:rPr lang="en-US" altLang="ja-JP" sz="800" dirty="0" err="1"/>
              <a:t>lastUpdated</a:t>
            </a:r>
            <a:r>
              <a:rPr lang="en-US" altLang="ja-JP" sz="800" dirty="0"/>
              <a:t>": "2025-10-03T20:15:00Z"</a:t>
            </a:r>
          </a:p>
          <a:p>
            <a:r>
              <a:rPr lang="en-US" altLang="ja-JP" sz="800" dirty="0"/>
              <a:t>}</a:t>
            </a:r>
          </a:p>
          <a:p>
            <a:endParaRPr kumimoji="1" lang="ja-JP" altLang="en-US" sz="800" dirty="0"/>
          </a:p>
        </p:txBody>
      </p:sp>
    </p:spTree>
    <p:extLst>
      <p:ext uri="{BB962C8B-B14F-4D97-AF65-F5344CB8AC3E}">
        <p14:creationId xmlns:p14="http://schemas.microsoft.com/office/powerpoint/2010/main" val="1658728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2319</TotalTime>
  <Words>556</Words>
  <Application>Microsoft Office PowerPoint</Application>
  <PresentationFormat>ワイド画面</PresentationFormat>
  <Paragraphs>122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典暁 江田</dc:creator>
  <cp:lastModifiedBy>典暁 江田</cp:lastModifiedBy>
  <cp:revision>1</cp:revision>
  <dcterms:created xsi:type="dcterms:W3CDTF">2025-10-02T13:13:21Z</dcterms:created>
  <dcterms:modified xsi:type="dcterms:W3CDTF">2025-10-04T03:52:31Z</dcterms:modified>
</cp:coreProperties>
</file>